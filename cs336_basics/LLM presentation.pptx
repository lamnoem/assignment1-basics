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9"/>
  </p:notesMasterIdLst>
  <p:handoutMasterIdLst>
    <p:handoutMasterId r:id="rId20"/>
  </p:handoutMasterIdLst>
  <p:sldIdLst>
    <p:sldId id="256" r:id="rId5"/>
    <p:sldId id="277" r:id="rId6"/>
    <p:sldId id="261" r:id="rId7"/>
    <p:sldId id="295" r:id="rId8"/>
    <p:sldId id="289" r:id="rId9"/>
    <p:sldId id="264" r:id="rId10"/>
    <p:sldId id="258" r:id="rId11"/>
    <p:sldId id="278" r:id="rId12"/>
    <p:sldId id="296" r:id="rId13"/>
    <p:sldId id="266" r:id="rId14"/>
    <p:sldId id="297" r:id="rId15"/>
    <p:sldId id="298" r:id="rId16"/>
    <p:sldId id="268" r:id="rId17"/>
    <p:sldId id="29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varScale="1">
        <p:scale>
          <a:sx n="59" d="100"/>
          <a:sy n="59" d="100"/>
        </p:scale>
        <p:origin x="964" y="5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emie Lamontagne" userId="3a827ecf-f379-4682-af5c-aabf0ef308eb" providerId="ADAL" clId="{8BEC142C-DCB8-43C5-A665-4BB20007AAB2}"/>
    <pc:docChg chg="undo custSel addSld delSld modSld sldOrd">
      <pc:chgData name="Noemie Lamontagne" userId="3a827ecf-f379-4682-af5c-aabf0ef308eb" providerId="ADAL" clId="{8BEC142C-DCB8-43C5-A665-4BB20007AAB2}" dt="2025-09-03T17:03:53.003" v="6454" actId="20577"/>
      <pc:docMkLst>
        <pc:docMk/>
      </pc:docMkLst>
      <pc:sldChg chg="addSp modSp mod chgLayout">
        <pc:chgData name="Noemie Lamontagne" userId="3a827ecf-f379-4682-af5c-aabf0ef308eb" providerId="ADAL" clId="{8BEC142C-DCB8-43C5-A665-4BB20007AAB2}" dt="2025-08-26T23:01:44.641" v="5892" actId="1076"/>
        <pc:sldMkLst>
          <pc:docMk/>
          <pc:sldMk cId="707789176" sldId="258"/>
        </pc:sldMkLst>
        <pc:spChg chg="mod">
          <ac:chgData name="Noemie Lamontagne" userId="3a827ecf-f379-4682-af5c-aabf0ef308eb" providerId="ADAL" clId="{8BEC142C-DCB8-43C5-A665-4BB20007AAB2}" dt="2025-08-25T22:40:06.486" v="5663" actId="26606"/>
          <ac:spMkLst>
            <pc:docMk/>
            <pc:sldMk cId="707789176" sldId="258"/>
            <ac:spMk id="2" creationId="{A29DE7F2-E890-4744-88DD-A75F5E300513}"/>
          </ac:spMkLst>
        </pc:spChg>
        <pc:spChg chg="add mod">
          <ac:chgData name="Noemie Lamontagne" userId="3a827ecf-f379-4682-af5c-aabf0ef308eb" providerId="ADAL" clId="{8BEC142C-DCB8-43C5-A665-4BB20007AAB2}" dt="2025-08-25T22:40:06.486" v="5663" actId="26606"/>
          <ac:spMkLst>
            <pc:docMk/>
            <pc:sldMk cId="707789176" sldId="258"/>
            <ac:spMk id="9" creationId="{A8B5067B-2E20-4304-A510-D4F3423ACAE0}"/>
          </ac:spMkLst>
        </pc:spChg>
        <pc:spChg chg="add mod">
          <ac:chgData name="Noemie Lamontagne" userId="3a827ecf-f379-4682-af5c-aabf0ef308eb" providerId="ADAL" clId="{8BEC142C-DCB8-43C5-A665-4BB20007AAB2}" dt="2025-08-25T22:40:06.486" v="5663" actId="26606"/>
          <ac:spMkLst>
            <pc:docMk/>
            <pc:sldMk cId="707789176" sldId="258"/>
            <ac:spMk id="11" creationId="{C29744B9-A4EB-6073-A1DD-B66243F10B99}"/>
          </ac:spMkLst>
        </pc:spChg>
        <pc:spChg chg="add mod">
          <ac:chgData name="Noemie Lamontagne" userId="3a827ecf-f379-4682-af5c-aabf0ef308eb" providerId="ADAL" clId="{8BEC142C-DCB8-43C5-A665-4BB20007AAB2}" dt="2025-08-25T22:40:06.486" v="5663" actId="26606"/>
          <ac:spMkLst>
            <pc:docMk/>
            <pc:sldMk cId="707789176" sldId="258"/>
            <ac:spMk id="13" creationId="{920B6431-701E-5A45-7D08-8DDE1D51A7AD}"/>
          </ac:spMkLst>
        </pc:spChg>
        <pc:picChg chg="add mod">
          <ac:chgData name="Noemie Lamontagne" userId="3a827ecf-f379-4682-af5c-aabf0ef308eb" providerId="ADAL" clId="{8BEC142C-DCB8-43C5-A665-4BB20007AAB2}" dt="2025-08-26T23:01:44.641" v="5892" actId="1076"/>
          <ac:picMkLst>
            <pc:docMk/>
            <pc:sldMk cId="707789176" sldId="258"/>
            <ac:picMk id="4" creationId="{3886CE2F-D3A6-62EA-6C46-B70F34B9E667}"/>
          </ac:picMkLst>
        </pc:picChg>
      </pc:sldChg>
      <pc:sldChg chg="del">
        <pc:chgData name="Noemie Lamontagne" userId="3a827ecf-f379-4682-af5c-aabf0ef308eb" providerId="ADAL" clId="{8BEC142C-DCB8-43C5-A665-4BB20007AAB2}" dt="2025-08-25T22:36:52.439" v="5614" actId="2696"/>
        <pc:sldMkLst>
          <pc:docMk/>
          <pc:sldMk cId="566997565" sldId="260"/>
        </pc:sldMkLst>
      </pc:sldChg>
      <pc:sldChg chg="modSp del mod">
        <pc:chgData name="Noemie Lamontagne" userId="3a827ecf-f379-4682-af5c-aabf0ef308eb" providerId="ADAL" clId="{8BEC142C-DCB8-43C5-A665-4BB20007AAB2}" dt="2025-08-25T22:38:08.863" v="5623" actId="2696"/>
        <pc:sldMkLst>
          <pc:docMk/>
          <pc:sldMk cId="1593920805" sldId="262"/>
        </pc:sldMkLst>
      </pc:sldChg>
      <pc:sldChg chg="addSp modSp mod">
        <pc:chgData name="Noemie Lamontagne" userId="3a827ecf-f379-4682-af5c-aabf0ef308eb" providerId="ADAL" clId="{8BEC142C-DCB8-43C5-A665-4BB20007AAB2}" dt="2025-09-03T17:01:28.051" v="6427" actId="1076"/>
        <pc:sldMkLst>
          <pc:docMk/>
          <pc:sldMk cId="1346372204" sldId="264"/>
        </pc:sldMkLst>
        <pc:spChg chg="mod">
          <ac:chgData name="Noemie Lamontagne" userId="3a827ecf-f379-4682-af5c-aabf0ef308eb" providerId="ADAL" clId="{8BEC142C-DCB8-43C5-A665-4BB20007AAB2}" dt="2025-08-25T21:30:17.573" v="2413" actId="20577"/>
          <ac:spMkLst>
            <pc:docMk/>
            <pc:sldMk cId="1346372204" sldId="264"/>
            <ac:spMk id="2" creationId="{537E1C88-627C-4655-A4FB-0BB02EDB078A}"/>
          </ac:spMkLst>
        </pc:spChg>
        <pc:spChg chg="mod">
          <ac:chgData name="Noemie Lamontagne" userId="3a827ecf-f379-4682-af5c-aabf0ef308eb" providerId="ADAL" clId="{8BEC142C-DCB8-43C5-A665-4BB20007AAB2}" dt="2025-09-03T17:00:15.849" v="6424" actId="255"/>
          <ac:spMkLst>
            <pc:docMk/>
            <pc:sldMk cId="1346372204" sldId="264"/>
            <ac:spMk id="3" creationId="{033634FE-ADF0-4BC3-A0A9-447EA9DD096B}"/>
          </ac:spMkLst>
        </pc:spChg>
        <pc:picChg chg="add mod">
          <ac:chgData name="Noemie Lamontagne" userId="3a827ecf-f379-4682-af5c-aabf0ef308eb" providerId="ADAL" clId="{8BEC142C-DCB8-43C5-A665-4BB20007AAB2}" dt="2025-09-03T17:01:28.051" v="6427" actId="1076"/>
          <ac:picMkLst>
            <pc:docMk/>
            <pc:sldMk cId="1346372204" sldId="264"/>
            <ac:picMk id="8" creationId="{ED3D1523-6822-E1B9-8FCA-EF1DCEAFC6FB}"/>
          </ac:picMkLst>
        </pc:picChg>
      </pc:sldChg>
      <pc:sldChg chg="addSp modSp mod">
        <pc:chgData name="Noemie Lamontagne" userId="3a827ecf-f379-4682-af5c-aabf0ef308eb" providerId="ADAL" clId="{8BEC142C-DCB8-43C5-A665-4BB20007AAB2}" dt="2025-08-26T23:08:02.075" v="6037" actId="20577"/>
        <pc:sldMkLst>
          <pc:docMk/>
          <pc:sldMk cId="2121178069" sldId="266"/>
        </pc:sldMkLst>
        <pc:spChg chg="mod">
          <ac:chgData name="Noemie Lamontagne" userId="3a827ecf-f379-4682-af5c-aabf0ef308eb" providerId="ADAL" clId="{8BEC142C-DCB8-43C5-A665-4BB20007AAB2}" dt="2025-08-25T22:01:24.961" v="3901" actId="1076"/>
          <ac:spMkLst>
            <pc:docMk/>
            <pc:sldMk cId="2121178069" sldId="266"/>
            <ac:spMk id="2" creationId="{5CE54ABB-4929-4810-950B-2DAEA0A5BAB4}"/>
          </ac:spMkLst>
        </pc:spChg>
        <pc:spChg chg="mod">
          <ac:chgData name="Noemie Lamontagne" userId="3a827ecf-f379-4682-af5c-aabf0ef308eb" providerId="ADAL" clId="{8BEC142C-DCB8-43C5-A665-4BB20007AAB2}" dt="2025-08-26T23:08:02.075" v="6037" actId="20577"/>
          <ac:spMkLst>
            <pc:docMk/>
            <pc:sldMk cId="2121178069" sldId="266"/>
            <ac:spMk id="3" creationId="{D5E1C399-8F48-44F5-9461-3C89866D4CE1}"/>
          </ac:spMkLst>
        </pc:spChg>
        <pc:spChg chg="mod">
          <ac:chgData name="Noemie Lamontagne" userId="3a827ecf-f379-4682-af5c-aabf0ef308eb" providerId="ADAL" clId="{8BEC142C-DCB8-43C5-A665-4BB20007AAB2}" dt="2025-08-25T22:01:33.459" v="3903" actId="1076"/>
          <ac:spMkLst>
            <pc:docMk/>
            <pc:sldMk cId="2121178069" sldId="266"/>
            <ac:spMk id="4" creationId="{A112B089-A8F9-45B1-BE6E-EAC10163F082}"/>
          </ac:spMkLst>
        </pc:spChg>
        <pc:spChg chg="mod">
          <ac:chgData name="Noemie Lamontagne" userId="3a827ecf-f379-4682-af5c-aabf0ef308eb" providerId="ADAL" clId="{8BEC142C-DCB8-43C5-A665-4BB20007AAB2}" dt="2025-08-25T22:13:25.352" v="4463" actId="20577"/>
          <ac:spMkLst>
            <pc:docMk/>
            <pc:sldMk cId="2121178069" sldId="266"/>
            <ac:spMk id="5" creationId="{CF515C5D-2CDB-4E66-B2B8-1451BC44247F}"/>
          </ac:spMkLst>
        </pc:spChg>
        <pc:spChg chg="mod">
          <ac:chgData name="Noemie Lamontagne" userId="3a827ecf-f379-4682-af5c-aabf0ef308eb" providerId="ADAL" clId="{8BEC142C-DCB8-43C5-A665-4BB20007AAB2}" dt="2025-08-25T22:16:58.147" v="4691" actId="20577"/>
          <ac:spMkLst>
            <pc:docMk/>
            <pc:sldMk cId="2121178069" sldId="266"/>
            <ac:spMk id="6" creationId="{0FE22F9B-4BF8-41DC-8F1C-836B546E59AD}"/>
          </ac:spMkLst>
        </pc:spChg>
        <pc:spChg chg="mod">
          <ac:chgData name="Noemie Lamontagne" userId="3a827ecf-f379-4682-af5c-aabf0ef308eb" providerId="ADAL" clId="{8BEC142C-DCB8-43C5-A665-4BB20007AAB2}" dt="2025-08-26T23:07:16.445" v="6002" actId="20577"/>
          <ac:spMkLst>
            <pc:docMk/>
            <pc:sldMk cId="2121178069" sldId="266"/>
            <ac:spMk id="7" creationId="{6B35F89A-6CDF-41F7-BD87-18B45BD7330B}"/>
          </ac:spMkLst>
        </pc:spChg>
        <pc:spChg chg="mod">
          <ac:chgData name="Noemie Lamontagne" userId="3a827ecf-f379-4682-af5c-aabf0ef308eb" providerId="ADAL" clId="{8BEC142C-DCB8-43C5-A665-4BB20007AAB2}" dt="2025-08-25T22:17:29.500" v="4806" actId="20577"/>
          <ac:spMkLst>
            <pc:docMk/>
            <pc:sldMk cId="2121178069" sldId="266"/>
            <ac:spMk id="8" creationId="{E92B9716-8D44-4864-8986-720957B34362}"/>
          </ac:spMkLst>
        </pc:spChg>
      </pc:sldChg>
      <pc:sldChg chg="addSp delSp modSp mod modClrScheme chgLayout">
        <pc:chgData name="Noemie Lamontagne" userId="3a827ecf-f379-4682-af5c-aabf0ef308eb" providerId="ADAL" clId="{8BEC142C-DCB8-43C5-A665-4BB20007AAB2}" dt="2025-09-03T17:03:53.003" v="6454" actId="20577"/>
        <pc:sldMkLst>
          <pc:docMk/>
          <pc:sldMk cId="4151694508" sldId="268"/>
        </pc:sldMkLst>
        <pc:spChg chg="add mod ord">
          <ac:chgData name="Noemie Lamontagne" userId="3a827ecf-f379-4682-af5c-aabf0ef308eb" providerId="ADAL" clId="{8BEC142C-DCB8-43C5-A665-4BB20007AAB2}" dt="2025-09-03T17:03:53.003" v="6454" actId="20577"/>
          <ac:spMkLst>
            <pc:docMk/>
            <pc:sldMk cId="4151694508" sldId="268"/>
            <ac:spMk id="2" creationId="{41D73AC9-77C1-F41C-EFDA-A55CF49D23B5}"/>
          </ac:spMkLst>
        </pc:spChg>
        <pc:spChg chg="mod">
          <ac:chgData name="Noemie Lamontagne" userId="3a827ecf-f379-4682-af5c-aabf0ef308eb" providerId="ADAL" clId="{8BEC142C-DCB8-43C5-A665-4BB20007AAB2}" dt="2025-08-25T22:40:43.024" v="5670" actId="26606"/>
          <ac:spMkLst>
            <pc:docMk/>
            <pc:sldMk cId="4151694508" sldId="268"/>
            <ac:spMk id="4" creationId="{FAD2AE59-5630-4D5C-83A9-4CDEF4D7DCFB}"/>
          </ac:spMkLst>
        </pc:spChg>
        <pc:spChg chg="mod ord">
          <ac:chgData name="Noemie Lamontagne" userId="3a827ecf-f379-4682-af5c-aabf0ef308eb" providerId="ADAL" clId="{8BEC142C-DCB8-43C5-A665-4BB20007AAB2}" dt="2025-08-25T22:40:43.049" v="5672" actId="27636"/>
          <ac:spMkLst>
            <pc:docMk/>
            <pc:sldMk cId="4151694508" sldId="268"/>
            <ac:spMk id="6" creationId="{5A6B31B0-7B84-475D-961F-09C0191F91A2}"/>
          </ac:spMkLst>
        </pc:spChg>
        <pc:spChg chg="mod ord">
          <ac:chgData name="Noemie Lamontagne" userId="3a827ecf-f379-4682-af5c-aabf0ef308eb" providerId="ADAL" clId="{8BEC142C-DCB8-43C5-A665-4BB20007AAB2}" dt="2025-08-25T22:40:43.046" v="5671" actId="27636"/>
          <ac:spMkLst>
            <pc:docMk/>
            <pc:sldMk cId="4151694508" sldId="268"/>
            <ac:spMk id="7" creationId="{578017FE-712E-4E95-B483-B700F1AA4B2A}"/>
          </ac:spMkLst>
        </pc:spChg>
        <pc:spChg chg="mod ord">
          <ac:chgData name="Noemie Lamontagne" userId="3a827ecf-f379-4682-af5c-aabf0ef308eb" providerId="ADAL" clId="{8BEC142C-DCB8-43C5-A665-4BB20007AAB2}" dt="2025-08-25T22:40:43.071" v="5673" actId="27636"/>
          <ac:spMkLst>
            <pc:docMk/>
            <pc:sldMk cId="4151694508" sldId="268"/>
            <ac:spMk id="11" creationId="{D0E0ACA0-9139-4C37-920D-BF3C1FF461C1}"/>
          </ac:spMkLst>
        </pc:spChg>
        <pc:spChg chg="mod">
          <ac:chgData name="Noemie Lamontagne" userId="3a827ecf-f379-4682-af5c-aabf0ef308eb" providerId="ADAL" clId="{8BEC142C-DCB8-43C5-A665-4BB20007AAB2}" dt="2025-08-25T22:40:43.024" v="5670" actId="26606"/>
          <ac:spMkLst>
            <pc:docMk/>
            <pc:sldMk cId="4151694508" sldId="268"/>
            <ac:spMk id="12" creationId="{5909F2DC-F097-42AB-88E7-0CA09BD5E2C2}"/>
          </ac:spMkLst>
        </pc:spChg>
        <pc:spChg chg="mod">
          <ac:chgData name="Noemie Lamontagne" userId="3a827ecf-f379-4682-af5c-aabf0ef308eb" providerId="ADAL" clId="{8BEC142C-DCB8-43C5-A665-4BB20007AAB2}" dt="2025-08-25T22:40:43.024" v="5670" actId="26606"/>
          <ac:spMkLst>
            <pc:docMk/>
            <pc:sldMk cId="4151694508" sldId="268"/>
            <ac:spMk id="13" creationId="{F4A37AA9-0BEE-42AC-8CC0-AE5B8663553A}"/>
          </ac:spMkLst>
        </pc:spChg>
        <pc:spChg chg="mod">
          <ac:chgData name="Noemie Lamontagne" userId="3a827ecf-f379-4682-af5c-aabf0ef308eb" providerId="ADAL" clId="{8BEC142C-DCB8-43C5-A665-4BB20007AAB2}" dt="2025-08-25T22:40:43.024" v="5670" actId="26606"/>
          <ac:spMkLst>
            <pc:docMk/>
            <pc:sldMk cId="4151694508" sldId="268"/>
            <ac:spMk id="14" creationId="{42152A75-1CD2-44EC-9374-C83D4604A5DD}"/>
          </ac:spMkLst>
        </pc:spChg>
      </pc:sldChg>
      <pc:sldChg chg="del">
        <pc:chgData name="Noemie Lamontagne" userId="3a827ecf-f379-4682-af5c-aabf0ef308eb" providerId="ADAL" clId="{8BEC142C-DCB8-43C5-A665-4BB20007AAB2}" dt="2025-08-25T22:36:37.397" v="5611" actId="2696"/>
        <pc:sldMkLst>
          <pc:docMk/>
          <pc:sldMk cId="1472106130" sldId="270"/>
        </pc:sldMkLst>
      </pc:sldChg>
      <pc:sldChg chg="del">
        <pc:chgData name="Noemie Lamontagne" userId="3a827ecf-f379-4682-af5c-aabf0ef308eb" providerId="ADAL" clId="{8BEC142C-DCB8-43C5-A665-4BB20007AAB2}" dt="2025-08-25T22:37:16.129" v="5620" actId="2696"/>
        <pc:sldMkLst>
          <pc:docMk/>
          <pc:sldMk cId="920173932" sldId="275"/>
        </pc:sldMkLst>
      </pc:sldChg>
      <pc:sldChg chg="del">
        <pc:chgData name="Noemie Lamontagne" userId="3a827ecf-f379-4682-af5c-aabf0ef308eb" providerId="ADAL" clId="{8BEC142C-DCB8-43C5-A665-4BB20007AAB2}" dt="2025-08-25T22:37:18.842" v="5621" actId="2696"/>
        <pc:sldMkLst>
          <pc:docMk/>
          <pc:sldMk cId="2436493926" sldId="276"/>
        </pc:sldMkLst>
      </pc:sldChg>
      <pc:sldChg chg="modSp mod modClrScheme chgLayout">
        <pc:chgData name="Noemie Lamontagne" userId="3a827ecf-f379-4682-af5c-aabf0ef308eb" providerId="ADAL" clId="{8BEC142C-DCB8-43C5-A665-4BB20007AAB2}" dt="2025-09-02T23:06:41.918" v="6254" actId="27636"/>
        <pc:sldMkLst>
          <pc:docMk/>
          <pc:sldMk cId="2243494996" sldId="277"/>
        </pc:sldMkLst>
        <pc:spChg chg="mod">
          <ac:chgData name="Noemie Lamontagne" userId="3a827ecf-f379-4682-af5c-aabf0ef308eb" providerId="ADAL" clId="{8BEC142C-DCB8-43C5-A665-4BB20007AAB2}" dt="2025-09-02T23:05:27.387" v="6059" actId="20577"/>
          <ac:spMkLst>
            <pc:docMk/>
            <pc:sldMk cId="2243494996" sldId="277"/>
            <ac:spMk id="2" creationId="{6719F29B-F233-48AF-8261-F33A4E079E3E}"/>
          </ac:spMkLst>
        </pc:spChg>
        <pc:spChg chg="mod">
          <ac:chgData name="Noemie Lamontagne" userId="3a827ecf-f379-4682-af5c-aabf0ef308eb" providerId="ADAL" clId="{8BEC142C-DCB8-43C5-A665-4BB20007AAB2}" dt="2025-09-02T23:06:41.918" v="6254" actId="27636"/>
          <ac:spMkLst>
            <pc:docMk/>
            <pc:sldMk cId="2243494996" sldId="277"/>
            <ac:spMk id="3" creationId="{35E3EA69-4E0E-41BD-8095-A124225A2647}"/>
          </ac:spMkLst>
        </pc:spChg>
        <pc:spChg chg="mod">
          <ac:chgData name="Noemie Lamontagne" userId="3a827ecf-f379-4682-af5c-aabf0ef308eb" providerId="ADAL" clId="{8BEC142C-DCB8-43C5-A665-4BB20007AAB2}" dt="2025-08-25T22:37:41.303" v="5622" actId="26606"/>
          <ac:spMkLst>
            <pc:docMk/>
            <pc:sldMk cId="2243494996" sldId="277"/>
            <ac:spMk id="4" creationId="{328F602C-7F98-4C02-99D4-ED65E00D66A4}"/>
          </ac:spMkLst>
        </pc:spChg>
        <pc:spChg chg="mod">
          <ac:chgData name="Noemie Lamontagne" userId="3a827ecf-f379-4682-af5c-aabf0ef308eb" providerId="ADAL" clId="{8BEC142C-DCB8-43C5-A665-4BB20007AAB2}" dt="2025-08-25T22:37:41.303" v="5622" actId="26606"/>
          <ac:spMkLst>
            <pc:docMk/>
            <pc:sldMk cId="2243494996" sldId="277"/>
            <ac:spMk id="5" creationId="{AF29EA23-F34E-486A-B8B2-0C3019266975}"/>
          </ac:spMkLst>
        </pc:spChg>
        <pc:spChg chg="mod">
          <ac:chgData name="Noemie Lamontagne" userId="3a827ecf-f379-4682-af5c-aabf0ef308eb" providerId="ADAL" clId="{8BEC142C-DCB8-43C5-A665-4BB20007AAB2}" dt="2025-08-25T22:37:41.303" v="5622" actId="26606"/>
          <ac:spMkLst>
            <pc:docMk/>
            <pc:sldMk cId="2243494996" sldId="277"/>
            <ac:spMk id="6" creationId="{B69DF042-37C5-4E09-AA4C-AA66649C9533}"/>
          </ac:spMkLst>
        </pc:spChg>
      </pc:sldChg>
      <pc:sldChg chg="modSp mod chgLayout">
        <pc:chgData name="Noemie Lamontagne" userId="3a827ecf-f379-4682-af5c-aabf0ef308eb" providerId="ADAL" clId="{8BEC142C-DCB8-43C5-A665-4BB20007AAB2}" dt="2025-08-26T23:06:22.456" v="5989" actId="20577"/>
        <pc:sldMkLst>
          <pc:docMk/>
          <pc:sldMk cId="2069393026" sldId="278"/>
        </pc:sldMkLst>
        <pc:spChg chg="mod">
          <ac:chgData name="Noemie Lamontagne" userId="3a827ecf-f379-4682-af5c-aabf0ef308eb" providerId="ADAL" clId="{8BEC142C-DCB8-43C5-A665-4BB20007AAB2}" dt="2025-08-25T22:40:20.821" v="5664" actId="26606"/>
          <ac:spMkLst>
            <pc:docMk/>
            <pc:sldMk cId="2069393026" sldId="278"/>
            <ac:spMk id="2" creationId="{8A4E0A63-A388-49B1-A04E-27CE9BD622EF}"/>
          </ac:spMkLst>
        </pc:spChg>
        <pc:spChg chg="mod">
          <ac:chgData name="Noemie Lamontagne" userId="3a827ecf-f379-4682-af5c-aabf0ef308eb" providerId="ADAL" clId="{8BEC142C-DCB8-43C5-A665-4BB20007AAB2}" dt="2025-08-25T22:40:20.821" v="5664" actId="26606"/>
          <ac:spMkLst>
            <pc:docMk/>
            <pc:sldMk cId="2069393026" sldId="278"/>
            <ac:spMk id="3" creationId="{005C44B1-BA82-483C-BD91-F89067442F9E}"/>
          </ac:spMkLst>
        </pc:spChg>
        <pc:spChg chg="mod">
          <ac:chgData name="Noemie Lamontagne" userId="3a827ecf-f379-4682-af5c-aabf0ef308eb" providerId="ADAL" clId="{8BEC142C-DCB8-43C5-A665-4BB20007AAB2}" dt="2025-08-25T22:40:20.821" v="5664" actId="26606"/>
          <ac:spMkLst>
            <pc:docMk/>
            <pc:sldMk cId="2069393026" sldId="278"/>
            <ac:spMk id="4" creationId="{79ED4A67-3A46-4F54-A12A-EAE1B53E6457}"/>
          </ac:spMkLst>
        </pc:spChg>
        <pc:spChg chg="mod">
          <ac:chgData name="Noemie Lamontagne" userId="3a827ecf-f379-4682-af5c-aabf0ef308eb" providerId="ADAL" clId="{8BEC142C-DCB8-43C5-A665-4BB20007AAB2}" dt="2025-08-26T23:06:22.456" v="5989" actId="20577"/>
          <ac:spMkLst>
            <pc:docMk/>
            <pc:sldMk cId="2069393026" sldId="278"/>
            <ac:spMk id="5" creationId="{06E82690-B145-4D4F-B2D1-0B2A8C50FD71}"/>
          </ac:spMkLst>
        </pc:spChg>
        <pc:spChg chg="mod">
          <ac:chgData name="Noemie Lamontagne" userId="3a827ecf-f379-4682-af5c-aabf0ef308eb" providerId="ADAL" clId="{8BEC142C-DCB8-43C5-A665-4BB20007AAB2}" dt="2025-08-25T22:40:20.821" v="5664" actId="26606"/>
          <ac:spMkLst>
            <pc:docMk/>
            <pc:sldMk cId="2069393026" sldId="278"/>
            <ac:spMk id="6" creationId="{7640DF9D-0C9E-4C5D-9635-6B4DE10CCEE5}"/>
          </ac:spMkLst>
        </pc:spChg>
        <pc:spChg chg="mod">
          <ac:chgData name="Noemie Lamontagne" userId="3a827ecf-f379-4682-af5c-aabf0ef308eb" providerId="ADAL" clId="{8BEC142C-DCB8-43C5-A665-4BB20007AAB2}" dt="2025-08-25T22:40:20.821" v="5664" actId="26606"/>
          <ac:spMkLst>
            <pc:docMk/>
            <pc:sldMk cId="2069393026" sldId="278"/>
            <ac:spMk id="7" creationId="{40297407-CE4E-4284-879D-AEC395713625}"/>
          </ac:spMkLst>
        </pc:spChg>
        <pc:spChg chg="mod">
          <ac:chgData name="Noemie Lamontagne" userId="3a827ecf-f379-4682-af5c-aabf0ef308eb" providerId="ADAL" clId="{8BEC142C-DCB8-43C5-A665-4BB20007AAB2}" dt="2025-08-25T22:40:20.821" v="5664" actId="26606"/>
          <ac:spMkLst>
            <pc:docMk/>
            <pc:sldMk cId="2069393026" sldId="278"/>
            <ac:spMk id="8" creationId="{F5C3A7BE-F7FC-4942-A31A-491A8A806103}"/>
          </ac:spMkLst>
        </pc:spChg>
        <pc:spChg chg="mod">
          <ac:chgData name="Noemie Lamontagne" userId="3a827ecf-f379-4682-af5c-aabf0ef308eb" providerId="ADAL" clId="{8BEC142C-DCB8-43C5-A665-4BB20007AAB2}" dt="2025-08-25T22:40:20.821" v="5664" actId="26606"/>
          <ac:spMkLst>
            <pc:docMk/>
            <pc:sldMk cId="2069393026" sldId="278"/>
            <ac:spMk id="9" creationId="{95CCE699-03D1-4642-B46A-B14EF17DA183}"/>
          </ac:spMkLst>
        </pc:spChg>
        <pc:spChg chg="mod">
          <ac:chgData name="Noemie Lamontagne" userId="3a827ecf-f379-4682-af5c-aabf0ef308eb" providerId="ADAL" clId="{8BEC142C-DCB8-43C5-A665-4BB20007AAB2}" dt="2025-08-25T22:40:20.821" v="5664" actId="26606"/>
          <ac:spMkLst>
            <pc:docMk/>
            <pc:sldMk cId="2069393026" sldId="278"/>
            <ac:spMk id="10" creationId="{BC1DF189-6F2F-4C21-88CC-C82D3D0D147B}"/>
          </ac:spMkLst>
        </pc:spChg>
        <pc:spChg chg="mod">
          <ac:chgData name="Noemie Lamontagne" userId="3a827ecf-f379-4682-af5c-aabf0ef308eb" providerId="ADAL" clId="{8BEC142C-DCB8-43C5-A665-4BB20007AAB2}" dt="2025-08-25T22:40:20.821" v="5664" actId="26606"/>
          <ac:spMkLst>
            <pc:docMk/>
            <pc:sldMk cId="2069393026" sldId="278"/>
            <ac:spMk id="32" creationId="{D5DB19F8-B538-4965-BA90-ED372B99F5DC}"/>
          </ac:spMkLst>
        </pc:spChg>
      </pc:sldChg>
      <pc:sldChg chg="del">
        <pc:chgData name="Noemie Lamontagne" userId="3a827ecf-f379-4682-af5c-aabf0ef308eb" providerId="ADAL" clId="{8BEC142C-DCB8-43C5-A665-4BB20007AAB2}" dt="2025-08-25T22:35:08.518" v="5610" actId="2696"/>
        <pc:sldMkLst>
          <pc:docMk/>
          <pc:sldMk cId="1417396711" sldId="280"/>
        </pc:sldMkLst>
      </pc:sldChg>
      <pc:sldChg chg="add del">
        <pc:chgData name="Noemie Lamontagne" userId="3a827ecf-f379-4682-af5c-aabf0ef308eb" providerId="ADAL" clId="{8BEC142C-DCB8-43C5-A665-4BB20007AAB2}" dt="2025-08-25T22:37:05.359" v="5617" actId="2696"/>
        <pc:sldMkLst>
          <pc:docMk/>
          <pc:sldMk cId="3477453048" sldId="282"/>
        </pc:sldMkLst>
      </pc:sldChg>
      <pc:sldChg chg="del">
        <pc:chgData name="Noemie Lamontagne" userId="3a827ecf-f379-4682-af5c-aabf0ef308eb" providerId="ADAL" clId="{8BEC142C-DCB8-43C5-A665-4BB20007AAB2}" dt="2025-08-25T22:37:08.379" v="5618" actId="2696"/>
        <pc:sldMkLst>
          <pc:docMk/>
          <pc:sldMk cId="3396266754" sldId="283"/>
        </pc:sldMkLst>
      </pc:sldChg>
      <pc:sldChg chg="modSp mod modClrScheme chgLayout">
        <pc:chgData name="Noemie Lamontagne" userId="3a827ecf-f379-4682-af5c-aabf0ef308eb" providerId="ADAL" clId="{8BEC142C-DCB8-43C5-A665-4BB20007AAB2}" dt="2025-09-03T16:59:34.678" v="6423" actId="255"/>
        <pc:sldMkLst>
          <pc:docMk/>
          <pc:sldMk cId="1844941827" sldId="289"/>
        </pc:sldMkLst>
        <pc:spChg chg="mod">
          <ac:chgData name="Noemie Lamontagne" userId="3a827ecf-f379-4682-af5c-aabf0ef308eb" providerId="ADAL" clId="{8BEC142C-DCB8-43C5-A665-4BB20007AAB2}" dt="2025-08-25T22:39:00.850" v="5628" actId="26606"/>
          <ac:spMkLst>
            <pc:docMk/>
            <pc:sldMk cId="1844941827" sldId="289"/>
            <ac:spMk id="2" creationId="{75031FE9-9059-4FE8-B4AC-9771F23A1B89}"/>
          </ac:spMkLst>
        </pc:spChg>
        <pc:spChg chg="mod ord">
          <ac:chgData name="Noemie Lamontagne" userId="3a827ecf-f379-4682-af5c-aabf0ef308eb" providerId="ADAL" clId="{8BEC142C-DCB8-43C5-A665-4BB20007AAB2}" dt="2025-09-03T16:59:23.254" v="6421" actId="1076"/>
          <ac:spMkLst>
            <pc:docMk/>
            <pc:sldMk cId="1844941827" sldId="289"/>
            <ac:spMk id="3" creationId="{D4A2EB3F-4D60-451F-8F45-7D6654D2FCD9}"/>
          </ac:spMkLst>
        </pc:spChg>
        <pc:spChg chg="mod ord">
          <ac:chgData name="Noemie Lamontagne" userId="3a827ecf-f379-4682-af5c-aabf0ef308eb" providerId="ADAL" clId="{8BEC142C-DCB8-43C5-A665-4BB20007AAB2}" dt="2025-09-03T16:59:34.678" v="6423" actId="255"/>
          <ac:spMkLst>
            <pc:docMk/>
            <pc:sldMk cId="1844941827" sldId="289"/>
            <ac:spMk id="4" creationId="{AC1C80FB-53F9-42EE-B1E6-D0F998EC5DFA}"/>
          </ac:spMkLst>
        </pc:spChg>
        <pc:spChg chg="mod ord">
          <ac:chgData name="Noemie Lamontagne" userId="3a827ecf-f379-4682-af5c-aabf0ef308eb" providerId="ADAL" clId="{8BEC142C-DCB8-43C5-A665-4BB20007AAB2}" dt="2025-09-03T16:57:20.737" v="6406" actId="1076"/>
          <ac:spMkLst>
            <pc:docMk/>
            <pc:sldMk cId="1844941827" sldId="289"/>
            <ac:spMk id="5" creationId="{E81BA2B5-6A90-4204-ABDD-7183FBB03A02}"/>
          </ac:spMkLst>
        </pc:spChg>
        <pc:spChg chg="mod ord">
          <ac:chgData name="Noemie Lamontagne" userId="3a827ecf-f379-4682-af5c-aabf0ef308eb" providerId="ADAL" clId="{8BEC142C-DCB8-43C5-A665-4BB20007AAB2}" dt="2025-09-03T16:58:37.333" v="6413" actId="20577"/>
          <ac:spMkLst>
            <pc:docMk/>
            <pc:sldMk cId="1844941827" sldId="289"/>
            <ac:spMk id="6" creationId="{7E7D4C34-22A0-4D54-A07D-E1E9A11463E5}"/>
          </ac:spMkLst>
        </pc:spChg>
        <pc:spChg chg="mod">
          <ac:chgData name="Noemie Lamontagne" userId="3a827ecf-f379-4682-af5c-aabf0ef308eb" providerId="ADAL" clId="{8BEC142C-DCB8-43C5-A665-4BB20007AAB2}" dt="2025-09-03T16:58:51.066" v="6414" actId="255"/>
          <ac:spMkLst>
            <pc:docMk/>
            <pc:sldMk cId="1844941827" sldId="289"/>
            <ac:spMk id="7" creationId="{301D392D-FB66-47A0-B628-5ADE822A2CFF}"/>
          </ac:spMkLst>
        </pc:spChg>
        <pc:spChg chg="mod ord">
          <ac:chgData name="Noemie Lamontagne" userId="3a827ecf-f379-4682-af5c-aabf0ef308eb" providerId="ADAL" clId="{8BEC142C-DCB8-43C5-A665-4BB20007AAB2}" dt="2025-09-03T16:59:15.062" v="6420" actId="255"/>
          <ac:spMkLst>
            <pc:docMk/>
            <pc:sldMk cId="1844941827" sldId="289"/>
            <ac:spMk id="8" creationId="{51C26CE0-2506-4B44-A26F-C12BFA5B18B5}"/>
          </ac:spMkLst>
        </pc:spChg>
        <pc:spChg chg="mod">
          <ac:chgData name="Noemie Lamontagne" userId="3a827ecf-f379-4682-af5c-aabf0ef308eb" providerId="ADAL" clId="{8BEC142C-DCB8-43C5-A665-4BB20007AAB2}" dt="2025-09-03T16:59:00.875" v="6415" actId="1076"/>
          <ac:spMkLst>
            <pc:docMk/>
            <pc:sldMk cId="1844941827" sldId="289"/>
            <ac:spMk id="9" creationId="{868F40F8-BF35-45E9-B3DD-5436362D746E}"/>
          </ac:spMkLst>
        </pc:spChg>
        <pc:spChg chg="mod">
          <ac:chgData name="Noemie Lamontagne" userId="3a827ecf-f379-4682-af5c-aabf0ef308eb" providerId="ADAL" clId="{8BEC142C-DCB8-43C5-A665-4BB20007AAB2}" dt="2025-09-03T16:58:19.384" v="6412" actId="255"/>
          <ac:spMkLst>
            <pc:docMk/>
            <pc:sldMk cId="1844941827" sldId="289"/>
            <ac:spMk id="10" creationId="{7F39C97C-2DDC-4706-B96C-B02FAE53A426}"/>
          </ac:spMkLst>
        </pc:spChg>
        <pc:spChg chg="mod">
          <ac:chgData name="Noemie Lamontagne" userId="3a827ecf-f379-4682-af5c-aabf0ef308eb" providerId="ADAL" clId="{8BEC142C-DCB8-43C5-A665-4BB20007AAB2}" dt="2025-08-25T22:39:00.850" v="5628" actId="26606"/>
          <ac:spMkLst>
            <pc:docMk/>
            <pc:sldMk cId="1844941827" sldId="289"/>
            <ac:spMk id="20" creationId="{A74D661B-510C-4CF2-BF77-3EAFB649883D}"/>
          </ac:spMkLst>
        </pc:spChg>
        <pc:spChg chg="mod">
          <ac:chgData name="Noemie Lamontagne" userId="3a827ecf-f379-4682-af5c-aabf0ef308eb" providerId="ADAL" clId="{8BEC142C-DCB8-43C5-A665-4BB20007AAB2}" dt="2025-08-25T22:39:00.850" v="5628" actId="26606"/>
          <ac:spMkLst>
            <pc:docMk/>
            <pc:sldMk cId="1844941827" sldId="289"/>
            <ac:spMk id="21" creationId="{7E44CAC0-3B5A-49F6-A2CB-0BC80D111A87}"/>
          </ac:spMkLst>
        </pc:spChg>
      </pc:sldChg>
      <pc:sldChg chg="del">
        <pc:chgData name="Noemie Lamontagne" userId="3a827ecf-f379-4682-af5c-aabf0ef308eb" providerId="ADAL" clId="{8BEC142C-DCB8-43C5-A665-4BB20007AAB2}" dt="2025-08-25T22:37:12.272" v="5619" actId="2696"/>
        <pc:sldMkLst>
          <pc:docMk/>
          <pc:sldMk cId="1177824853" sldId="290"/>
        </pc:sldMkLst>
      </pc:sldChg>
      <pc:sldChg chg="del">
        <pc:chgData name="Noemie Lamontagne" userId="3a827ecf-f379-4682-af5c-aabf0ef308eb" providerId="ADAL" clId="{8BEC142C-DCB8-43C5-A665-4BB20007AAB2}" dt="2025-08-25T22:28:01.208" v="5190" actId="2696"/>
        <pc:sldMkLst>
          <pc:docMk/>
          <pc:sldMk cId="404854312" sldId="292"/>
        </pc:sldMkLst>
      </pc:sldChg>
      <pc:sldChg chg="del">
        <pc:chgData name="Noemie Lamontagne" userId="3a827ecf-f379-4682-af5c-aabf0ef308eb" providerId="ADAL" clId="{8BEC142C-DCB8-43C5-A665-4BB20007AAB2}" dt="2025-08-25T22:36:43.172" v="5612" actId="2696"/>
        <pc:sldMkLst>
          <pc:docMk/>
          <pc:sldMk cId="473871986" sldId="293"/>
        </pc:sldMkLst>
      </pc:sldChg>
      <pc:sldChg chg="del">
        <pc:chgData name="Noemie Lamontagne" userId="3a827ecf-f379-4682-af5c-aabf0ef308eb" providerId="ADAL" clId="{8BEC142C-DCB8-43C5-A665-4BB20007AAB2}" dt="2025-08-25T22:36:47.430" v="5613" actId="2696"/>
        <pc:sldMkLst>
          <pc:docMk/>
          <pc:sldMk cId="3084972071" sldId="294"/>
        </pc:sldMkLst>
      </pc:sldChg>
      <pc:sldChg chg="addSp delSp modSp add mod">
        <pc:chgData name="Noemie Lamontagne" userId="3a827ecf-f379-4682-af5c-aabf0ef308eb" providerId="ADAL" clId="{8BEC142C-DCB8-43C5-A665-4BB20007AAB2}" dt="2025-09-03T16:56:49.147" v="6405" actId="27636"/>
        <pc:sldMkLst>
          <pc:docMk/>
          <pc:sldMk cId="3264798387" sldId="295"/>
        </pc:sldMkLst>
        <pc:spChg chg="mod">
          <ac:chgData name="Noemie Lamontagne" userId="3a827ecf-f379-4682-af5c-aabf0ef308eb" providerId="ADAL" clId="{8BEC142C-DCB8-43C5-A665-4BB20007AAB2}" dt="2025-09-03T16:30:19.534" v="6390" actId="1076"/>
          <ac:spMkLst>
            <pc:docMk/>
            <pc:sldMk cId="3264798387" sldId="295"/>
            <ac:spMk id="2" creationId="{EE95B6ED-DB2A-4938-EFFB-15DB7389E614}"/>
          </ac:spMkLst>
        </pc:spChg>
        <pc:spChg chg="mod">
          <ac:chgData name="Noemie Lamontagne" userId="3a827ecf-f379-4682-af5c-aabf0ef308eb" providerId="ADAL" clId="{8BEC142C-DCB8-43C5-A665-4BB20007AAB2}" dt="2025-09-03T16:30:24.242" v="6391" actId="1076"/>
          <ac:spMkLst>
            <pc:docMk/>
            <pc:sldMk cId="3264798387" sldId="295"/>
            <ac:spMk id="3" creationId="{B98E9C85-0A23-202B-6D3E-5BA71CDFE2C3}"/>
          </ac:spMkLst>
        </pc:spChg>
        <pc:spChg chg="mod">
          <ac:chgData name="Noemie Lamontagne" userId="3a827ecf-f379-4682-af5c-aabf0ef308eb" providerId="ADAL" clId="{8BEC142C-DCB8-43C5-A665-4BB20007AAB2}" dt="2025-09-03T16:56:20.107" v="6400" actId="255"/>
          <ac:spMkLst>
            <pc:docMk/>
            <pc:sldMk cId="3264798387" sldId="295"/>
            <ac:spMk id="4" creationId="{99F292C3-F06D-7B9E-9FDB-86ACEBFD0DDE}"/>
          </ac:spMkLst>
        </pc:spChg>
        <pc:spChg chg="mod">
          <ac:chgData name="Noemie Lamontagne" userId="3a827ecf-f379-4682-af5c-aabf0ef308eb" providerId="ADAL" clId="{8BEC142C-DCB8-43C5-A665-4BB20007AAB2}" dt="2025-08-25T21:08:26.222" v="1025" actId="27636"/>
          <ac:spMkLst>
            <pc:docMk/>
            <pc:sldMk cId="3264798387" sldId="295"/>
            <ac:spMk id="6" creationId="{A7C8E121-8B13-B800-79C3-8559B5FC4342}"/>
          </ac:spMkLst>
        </pc:spChg>
        <pc:spChg chg="mod">
          <ac:chgData name="Noemie Lamontagne" userId="3a827ecf-f379-4682-af5c-aabf0ef308eb" providerId="ADAL" clId="{8BEC142C-DCB8-43C5-A665-4BB20007AAB2}" dt="2025-09-03T16:56:28.619" v="6401" actId="1076"/>
          <ac:spMkLst>
            <pc:docMk/>
            <pc:sldMk cId="3264798387" sldId="295"/>
            <ac:spMk id="7" creationId="{F4634C67-3B33-1F0E-02D9-925F2A5436C5}"/>
          </ac:spMkLst>
        </pc:spChg>
        <pc:spChg chg="mod">
          <ac:chgData name="Noemie Lamontagne" userId="3a827ecf-f379-4682-af5c-aabf0ef308eb" providerId="ADAL" clId="{8BEC142C-DCB8-43C5-A665-4BB20007AAB2}" dt="2025-09-03T16:56:49.147" v="6405" actId="27636"/>
          <ac:spMkLst>
            <pc:docMk/>
            <pc:sldMk cId="3264798387" sldId="295"/>
            <ac:spMk id="8" creationId="{20CD51D8-95DD-EE58-5BAF-2DB864C9A935}"/>
          </ac:spMkLst>
        </pc:spChg>
        <pc:spChg chg="mod">
          <ac:chgData name="Noemie Lamontagne" userId="3a827ecf-f379-4682-af5c-aabf0ef308eb" providerId="ADAL" clId="{8BEC142C-DCB8-43C5-A665-4BB20007AAB2}" dt="2025-08-25T21:08:30.556" v="1029" actId="27636"/>
          <ac:spMkLst>
            <pc:docMk/>
            <pc:sldMk cId="3264798387" sldId="295"/>
            <ac:spMk id="9" creationId="{32E4DF9C-2455-97CB-8FF8-711B046B682C}"/>
          </ac:spMkLst>
        </pc:spChg>
        <pc:spChg chg="mod">
          <ac:chgData name="Noemie Lamontagne" userId="3a827ecf-f379-4682-af5c-aabf0ef308eb" providerId="ADAL" clId="{8BEC142C-DCB8-43C5-A665-4BB20007AAB2}" dt="2025-08-25T21:08:35.041" v="1033" actId="27636"/>
          <ac:spMkLst>
            <pc:docMk/>
            <pc:sldMk cId="3264798387" sldId="295"/>
            <ac:spMk id="10" creationId="{D58ED29C-2C9F-805A-A85A-7E437FD053A0}"/>
          </ac:spMkLst>
        </pc:spChg>
        <pc:spChg chg="add mod">
          <ac:chgData name="Noemie Lamontagne" userId="3a827ecf-f379-4682-af5c-aabf0ef308eb" providerId="ADAL" clId="{8BEC142C-DCB8-43C5-A665-4BB20007AAB2}" dt="2025-08-25T21:08:20.380" v="1021" actId="27636"/>
          <ac:spMkLst>
            <pc:docMk/>
            <pc:sldMk cId="3264798387" sldId="295"/>
            <ac:spMk id="12" creationId="{19E36CB2-A751-4FDD-EA5A-1329B3FB11A6}"/>
          </ac:spMkLst>
        </pc:spChg>
      </pc:sldChg>
      <pc:sldChg chg="addSp delSp modSp add mod">
        <pc:chgData name="Noemie Lamontagne" userId="3a827ecf-f379-4682-af5c-aabf0ef308eb" providerId="ADAL" clId="{8BEC142C-DCB8-43C5-A665-4BB20007AAB2}" dt="2025-09-02T23:18:12.537" v="6389" actId="20577"/>
        <pc:sldMkLst>
          <pc:docMk/>
          <pc:sldMk cId="4294628112" sldId="296"/>
        </pc:sldMkLst>
        <pc:spChg chg="mod">
          <ac:chgData name="Noemie Lamontagne" userId="3a827ecf-f379-4682-af5c-aabf0ef308eb" providerId="ADAL" clId="{8BEC142C-DCB8-43C5-A665-4BB20007AAB2}" dt="2025-08-25T21:38:49.638" v="2941" actId="20577"/>
          <ac:spMkLst>
            <pc:docMk/>
            <pc:sldMk cId="4294628112" sldId="296"/>
            <ac:spMk id="2" creationId="{7AE8FF03-90A9-C9F2-9053-16EAD041E03A}"/>
          </ac:spMkLst>
        </pc:spChg>
        <pc:spChg chg="mod">
          <ac:chgData name="Noemie Lamontagne" userId="3a827ecf-f379-4682-af5c-aabf0ef308eb" providerId="ADAL" clId="{8BEC142C-DCB8-43C5-A665-4BB20007AAB2}" dt="2025-08-25T21:49:37.146" v="3380" actId="1076"/>
          <ac:spMkLst>
            <pc:docMk/>
            <pc:sldMk cId="4294628112" sldId="296"/>
            <ac:spMk id="5" creationId="{F0A25033-5DB8-5ED9-28F6-E69A05175922}"/>
          </ac:spMkLst>
        </pc:spChg>
        <pc:spChg chg="mod">
          <ac:chgData name="Noemie Lamontagne" userId="3a827ecf-f379-4682-af5c-aabf0ef308eb" providerId="ADAL" clId="{8BEC142C-DCB8-43C5-A665-4BB20007AAB2}" dt="2025-08-25T21:49:06.598" v="3373" actId="1076"/>
          <ac:spMkLst>
            <pc:docMk/>
            <pc:sldMk cId="4294628112" sldId="296"/>
            <ac:spMk id="6" creationId="{41A65F5D-FF25-CC2A-1A43-08645F1F4FCF}"/>
          </ac:spMkLst>
        </pc:spChg>
        <pc:spChg chg="mod">
          <ac:chgData name="Noemie Lamontagne" userId="3a827ecf-f379-4682-af5c-aabf0ef308eb" providerId="ADAL" clId="{8BEC142C-DCB8-43C5-A665-4BB20007AAB2}" dt="2025-09-02T23:18:12.537" v="6389" actId="20577"/>
          <ac:spMkLst>
            <pc:docMk/>
            <pc:sldMk cId="4294628112" sldId="296"/>
            <ac:spMk id="7" creationId="{BCEE6C22-CE61-4A11-7344-0361AC9BFD4E}"/>
          </ac:spMkLst>
        </pc:spChg>
        <pc:spChg chg="mod">
          <ac:chgData name="Noemie Lamontagne" userId="3a827ecf-f379-4682-af5c-aabf0ef308eb" providerId="ADAL" clId="{8BEC142C-DCB8-43C5-A665-4BB20007AAB2}" dt="2025-08-25T21:49:18.547" v="3375" actId="1076"/>
          <ac:spMkLst>
            <pc:docMk/>
            <pc:sldMk cId="4294628112" sldId="296"/>
            <ac:spMk id="8" creationId="{A6214562-E07F-F124-2BB1-A0D2B7C16A23}"/>
          </ac:spMkLst>
        </pc:spChg>
        <pc:spChg chg="mod">
          <ac:chgData name="Noemie Lamontagne" userId="3a827ecf-f379-4682-af5c-aabf0ef308eb" providerId="ADAL" clId="{8BEC142C-DCB8-43C5-A665-4BB20007AAB2}" dt="2025-08-25T21:49:24.817" v="3378" actId="27636"/>
          <ac:spMkLst>
            <pc:docMk/>
            <pc:sldMk cId="4294628112" sldId="296"/>
            <ac:spMk id="9" creationId="{33E38D3E-6016-71E9-113F-D595A9B4D874}"/>
          </ac:spMkLst>
        </pc:spChg>
        <pc:spChg chg="mod">
          <ac:chgData name="Noemie Lamontagne" userId="3a827ecf-f379-4682-af5c-aabf0ef308eb" providerId="ADAL" clId="{8BEC142C-DCB8-43C5-A665-4BB20007AAB2}" dt="2025-08-25T21:50:45.558" v="3388" actId="1076"/>
          <ac:spMkLst>
            <pc:docMk/>
            <pc:sldMk cId="4294628112" sldId="296"/>
            <ac:spMk id="10" creationId="{99E4D69C-B547-F93C-FCFD-22C7900C8848}"/>
          </ac:spMkLst>
        </pc:spChg>
        <pc:spChg chg="add mod">
          <ac:chgData name="Noemie Lamontagne" userId="3a827ecf-f379-4682-af5c-aabf0ef308eb" providerId="ADAL" clId="{8BEC142C-DCB8-43C5-A665-4BB20007AAB2}" dt="2025-08-25T21:42:52.025" v="2988" actId="20577"/>
          <ac:spMkLst>
            <pc:docMk/>
            <pc:sldMk cId="4294628112" sldId="296"/>
            <ac:spMk id="14" creationId="{23E3054F-ED9C-1E86-FB03-F525201FA23E}"/>
          </ac:spMkLst>
        </pc:spChg>
        <pc:spChg chg="add mod">
          <ac:chgData name="Noemie Lamontagne" userId="3a827ecf-f379-4682-af5c-aabf0ef308eb" providerId="ADAL" clId="{8BEC142C-DCB8-43C5-A665-4BB20007AAB2}" dt="2025-08-25T21:51:03.598" v="3409" actId="20577"/>
          <ac:spMkLst>
            <pc:docMk/>
            <pc:sldMk cId="4294628112" sldId="296"/>
            <ac:spMk id="19" creationId="{35768EB1-F934-1196-70EE-966F20226F91}"/>
          </ac:spMkLst>
        </pc:spChg>
        <pc:spChg chg="add mod">
          <ac:chgData name="Noemie Lamontagne" userId="3a827ecf-f379-4682-af5c-aabf0ef308eb" providerId="ADAL" clId="{8BEC142C-DCB8-43C5-A665-4BB20007AAB2}" dt="2025-08-25T21:56:58.837" v="3729" actId="20577"/>
          <ac:spMkLst>
            <pc:docMk/>
            <pc:sldMk cId="4294628112" sldId="296"/>
            <ac:spMk id="20" creationId="{78BE6A1B-9C95-5AF2-4A60-DB701605F778}"/>
          </ac:spMkLst>
        </pc:spChg>
      </pc:sldChg>
      <pc:sldChg chg="addSp delSp modSp new del">
        <pc:chgData name="Noemie Lamontagne" userId="3a827ecf-f379-4682-af5c-aabf0ef308eb" providerId="ADAL" clId="{8BEC142C-DCB8-43C5-A665-4BB20007AAB2}" dt="2025-08-26T22:36:15.058" v="5677" actId="2696"/>
        <pc:sldMkLst>
          <pc:docMk/>
          <pc:sldMk cId="2110555800" sldId="297"/>
        </pc:sldMkLst>
      </pc:sldChg>
      <pc:sldChg chg="addSp delSp modSp new mod chgLayout">
        <pc:chgData name="Noemie Lamontagne" userId="3a827ecf-f379-4682-af5c-aabf0ef308eb" providerId="ADAL" clId="{8BEC142C-DCB8-43C5-A665-4BB20007AAB2}" dt="2025-08-26T23:09:15.520" v="6041" actId="1076"/>
        <pc:sldMkLst>
          <pc:docMk/>
          <pc:sldMk cId="3154638005" sldId="297"/>
        </pc:sldMkLst>
        <pc:spChg chg="add mod">
          <ac:chgData name="Noemie Lamontagne" userId="3a827ecf-f379-4682-af5c-aabf0ef308eb" providerId="ADAL" clId="{8BEC142C-DCB8-43C5-A665-4BB20007AAB2}" dt="2025-08-26T22:37:56.717" v="5712" actId="20577"/>
          <ac:spMkLst>
            <pc:docMk/>
            <pc:sldMk cId="3154638005" sldId="297"/>
            <ac:spMk id="8" creationId="{74B0C6E8-136E-C846-38C3-7AB61DBA4676}"/>
          </ac:spMkLst>
        </pc:spChg>
        <pc:spChg chg="add mod">
          <ac:chgData name="Noemie Lamontagne" userId="3a827ecf-f379-4682-af5c-aabf0ef308eb" providerId="ADAL" clId="{8BEC142C-DCB8-43C5-A665-4BB20007AAB2}" dt="2025-08-26T22:37:46.922" v="5690" actId="26606"/>
          <ac:spMkLst>
            <pc:docMk/>
            <pc:sldMk cId="3154638005" sldId="297"/>
            <ac:spMk id="10" creationId="{0402F5C1-1CAD-3348-55D1-02434C226766}"/>
          </ac:spMkLst>
        </pc:spChg>
        <pc:spChg chg="add mod">
          <ac:chgData name="Noemie Lamontagne" userId="3a827ecf-f379-4682-af5c-aabf0ef308eb" providerId="ADAL" clId="{8BEC142C-DCB8-43C5-A665-4BB20007AAB2}" dt="2025-08-26T22:37:46.922" v="5690" actId="26606"/>
          <ac:spMkLst>
            <pc:docMk/>
            <pc:sldMk cId="3154638005" sldId="297"/>
            <ac:spMk id="12" creationId="{E0B899D5-D344-0185-AAA5-578D7592DBC3}"/>
          </ac:spMkLst>
        </pc:spChg>
        <pc:spChg chg="add mod">
          <ac:chgData name="Noemie Lamontagne" userId="3a827ecf-f379-4682-af5c-aabf0ef308eb" providerId="ADAL" clId="{8BEC142C-DCB8-43C5-A665-4BB20007AAB2}" dt="2025-08-26T22:37:46.922" v="5690" actId="26606"/>
          <ac:spMkLst>
            <pc:docMk/>
            <pc:sldMk cId="3154638005" sldId="297"/>
            <ac:spMk id="14" creationId="{567B0E39-A6A7-DF2F-EF8E-B0A9CAA5EF24}"/>
          </ac:spMkLst>
        </pc:spChg>
        <pc:picChg chg="add mod">
          <ac:chgData name="Noemie Lamontagne" userId="3a827ecf-f379-4682-af5c-aabf0ef308eb" providerId="ADAL" clId="{8BEC142C-DCB8-43C5-A665-4BB20007AAB2}" dt="2025-08-26T23:09:15.520" v="6041" actId="1076"/>
          <ac:picMkLst>
            <pc:docMk/>
            <pc:sldMk cId="3154638005" sldId="297"/>
            <ac:picMk id="3" creationId="{D45415C9-A24A-9AE2-2C75-03EB02253830}"/>
          </ac:picMkLst>
        </pc:picChg>
      </pc:sldChg>
      <pc:sldChg chg="addSp delSp modSp new mod chgLayout">
        <pc:chgData name="Noemie Lamontagne" userId="3a827ecf-f379-4682-af5c-aabf0ef308eb" providerId="ADAL" clId="{8BEC142C-DCB8-43C5-A665-4BB20007AAB2}" dt="2025-08-26T23:09:22.798" v="6045" actId="1076"/>
        <pc:sldMkLst>
          <pc:docMk/>
          <pc:sldMk cId="881485896" sldId="298"/>
        </pc:sldMkLst>
        <pc:spChg chg="add mod">
          <ac:chgData name="Noemie Lamontagne" userId="3a827ecf-f379-4682-af5c-aabf0ef308eb" providerId="ADAL" clId="{8BEC142C-DCB8-43C5-A665-4BB20007AAB2}" dt="2025-08-26T22:38:05.225" v="5722" actId="20577"/>
          <ac:spMkLst>
            <pc:docMk/>
            <pc:sldMk cId="881485896" sldId="298"/>
            <ac:spMk id="8" creationId="{15AFE3F0-CB98-0931-A0FC-89ABC95829B2}"/>
          </ac:spMkLst>
        </pc:spChg>
        <pc:spChg chg="add mod">
          <ac:chgData name="Noemie Lamontagne" userId="3a827ecf-f379-4682-af5c-aabf0ef308eb" providerId="ADAL" clId="{8BEC142C-DCB8-43C5-A665-4BB20007AAB2}" dt="2025-08-26T22:37:24.579" v="5688" actId="26606"/>
          <ac:spMkLst>
            <pc:docMk/>
            <pc:sldMk cId="881485896" sldId="298"/>
            <ac:spMk id="10" creationId="{BF729AFA-5DAC-9F1D-1370-053130D17231}"/>
          </ac:spMkLst>
        </pc:spChg>
        <pc:spChg chg="add mod">
          <ac:chgData name="Noemie Lamontagne" userId="3a827ecf-f379-4682-af5c-aabf0ef308eb" providerId="ADAL" clId="{8BEC142C-DCB8-43C5-A665-4BB20007AAB2}" dt="2025-08-26T22:37:24.579" v="5688" actId="26606"/>
          <ac:spMkLst>
            <pc:docMk/>
            <pc:sldMk cId="881485896" sldId="298"/>
            <ac:spMk id="12" creationId="{D89FE575-BBEB-A122-685E-62FB2AF311D2}"/>
          </ac:spMkLst>
        </pc:spChg>
        <pc:spChg chg="add mod">
          <ac:chgData name="Noemie Lamontagne" userId="3a827ecf-f379-4682-af5c-aabf0ef308eb" providerId="ADAL" clId="{8BEC142C-DCB8-43C5-A665-4BB20007AAB2}" dt="2025-08-26T22:37:24.579" v="5688" actId="26606"/>
          <ac:spMkLst>
            <pc:docMk/>
            <pc:sldMk cId="881485896" sldId="298"/>
            <ac:spMk id="14" creationId="{865225A6-E58E-EAC3-42D3-16A951EA21DF}"/>
          </ac:spMkLst>
        </pc:spChg>
        <pc:picChg chg="add mod">
          <ac:chgData name="Noemie Lamontagne" userId="3a827ecf-f379-4682-af5c-aabf0ef308eb" providerId="ADAL" clId="{8BEC142C-DCB8-43C5-A665-4BB20007AAB2}" dt="2025-08-26T23:09:22.798" v="6045" actId="1076"/>
          <ac:picMkLst>
            <pc:docMk/>
            <pc:sldMk cId="881485896" sldId="298"/>
            <ac:picMk id="3" creationId="{39EB8588-7979-C360-CEA0-4C9227AE5916}"/>
          </ac:picMkLst>
        </pc:picChg>
      </pc:sldChg>
      <pc:sldChg chg="modSp new mod ord">
        <pc:chgData name="Noemie Lamontagne" userId="3a827ecf-f379-4682-af5c-aabf0ef308eb" providerId="ADAL" clId="{8BEC142C-DCB8-43C5-A665-4BB20007AAB2}" dt="2025-09-03T17:03:09.889" v="6429"/>
        <pc:sldMkLst>
          <pc:docMk/>
          <pc:sldMk cId="2194368361" sldId="299"/>
        </pc:sldMkLst>
        <pc:spChg chg="mod">
          <ac:chgData name="Noemie Lamontagne" userId="3a827ecf-f379-4682-af5c-aabf0ef308eb" providerId="ADAL" clId="{8BEC142C-DCB8-43C5-A665-4BB20007AAB2}" dt="2025-09-02T23:07:24.895" v="6324" actId="20577"/>
          <ac:spMkLst>
            <pc:docMk/>
            <pc:sldMk cId="2194368361" sldId="299"/>
            <ac:spMk id="2" creationId="{367FE76C-3573-C91E-4C77-5C3710C8446E}"/>
          </ac:spMkLst>
        </pc:spChg>
        <pc:spChg chg="mod">
          <ac:chgData name="Noemie Lamontagne" userId="3a827ecf-f379-4682-af5c-aabf0ef308eb" providerId="ADAL" clId="{8BEC142C-DCB8-43C5-A665-4BB20007AAB2}" dt="2025-09-02T23:07:22.012" v="6318" actId="20577"/>
          <ac:spMkLst>
            <pc:docMk/>
            <pc:sldMk cId="2194368361" sldId="299"/>
            <ac:spMk id="6" creationId="{F2ADD453-125A-2072-205F-6D0B9BA73FB1}"/>
          </ac:spMkLst>
        </pc:spChg>
      </pc:sldChg>
      <pc:sldMasterChg chg="delSldLayout">
        <pc:chgData name="Noemie Lamontagne" userId="3a827ecf-f379-4682-af5c-aabf0ef308eb" providerId="ADAL" clId="{8BEC142C-DCB8-43C5-A665-4BB20007AAB2}" dt="2025-08-25T22:36:43.172" v="5612" actId="2696"/>
        <pc:sldMasterMkLst>
          <pc:docMk/>
          <pc:sldMasterMk cId="1928452137" sldId="2147483666"/>
        </pc:sldMasterMkLst>
        <pc:sldLayoutChg chg="del">
          <pc:chgData name="Noemie Lamontagne" userId="3a827ecf-f379-4682-af5c-aabf0ef308eb" providerId="ADAL" clId="{8BEC142C-DCB8-43C5-A665-4BB20007AAB2}" dt="2025-08-25T22:35:08.518" v="5610" actId="2696"/>
          <pc:sldLayoutMkLst>
            <pc:docMk/>
            <pc:sldMasterMk cId="1928452137" sldId="2147483666"/>
            <pc:sldLayoutMk cId="4026250860" sldId="2147483685"/>
          </pc:sldLayoutMkLst>
        </pc:sldLayoutChg>
        <pc:sldLayoutChg chg="del">
          <pc:chgData name="Noemie Lamontagne" userId="3a827ecf-f379-4682-af5c-aabf0ef308eb" providerId="ADAL" clId="{8BEC142C-DCB8-43C5-A665-4BB20007AAB2}" dt="2025-08-25T22:36:43.172" v="5612" actId="2696"/>
          <pc:sldLayoutMkLst>
            <pc:docMk/>
            <pc:sldMasterMk cId="1928452137" sldId="2147483666"/>
            <pc:sldLayoutMk cId="2290034707" sldId="2147483701"/>
          </pc:sldLayoutMkLst>
        </pc:sldLayoutChg>
      </pc:sldMasterChg>
    </pc:docChg>
  </pc:docChgLst>
  <pc:docChgLst>
    <pc:chgData name="Noemie Lamontagne" userId="3a827ecf-f379-4682-af5c-aabf0ef308eb" providerId="ADAL" clId="{8DED35E3-31FC-4FEF-8D99-FD03C83F1F08}"/>
    <pc:docChg chg="custSel modSld">
      <pc:chgData name="Noemie Lamontagne" userId="3a827ecf-f379-4682-af5c-aabf0ef308eb" providerId="ADAL" clId="{8DED35E3-31FC-4FEF-8D99-FD03C83F1F08}" dt="2025-09-12T17:26:12.071" v="508" actId="20577"/>
      <pc:docMkLst>
        <pc:docMk/>
      </pc:docMkLst>
      <pc:sldChg chg="modSp mod">
        <pc:chgData name="Noemie Lamontagne" userId="3a827ecf-f379-4682-af5c-aabf0ef308eb" providerId="ADAL" clId="{8DED35E3-31FC-4FEF-8D99-FD03C83F1F08}" dt="2025-09-12T13:27:36.053" v="0" actId="20577"/>
        <pc:sldMkLst>
          <pc:docMk/>
          <pc:sldMk cId="1738561688" sldId="261"/>
        </pc:sldMkLst>
        <pc:spChg chg="mod">
          <ac:chgData name="Noemie Lamontagne" userId="3a827ecf-f379-4682-af5c-aabf0ef308eb" providerId="ADAL" clId="{8DED35E3-31FC-4FEF-8D99-FD03C83F1F08}" dt="2025-09-12T13:27:36.053" v="0" actId="20577"/>
          <ac:spMkLst>
            <pc:docMk/>
            <pc:sldMk cId="1738561688" sldId="261"/>
            <ac:spMk id="7" creationId="{D7EB25CA-DA83-483D-AF83-0001BDF2DE2B}"/>
          </ac:spMkLst>
        </pc:spChg>
      </pc:sldChg>
      <pc:sldChg chg="modSp mod">
        <pc:chgData name="Noemie Lamontagne" userId="3a827ecf-f379-4682-af5c-aabf0ef308eb" providerId="ADAL" clId="{8DED35E3-31FC-4FEF-8D99-FD03C83F1F08}" dt="2025-09-12T17:26:12.071" v="508" actId="20577"/>
        <pc:sldMkLst>
          <pc:docMk/>
          <pc:sldMk cId="2243494996" sldId="277"/>
        </pc:sldMkLst>
        <pc:spChg chg="mod">
          <ac:chgData name="Noemie Lamontagne" userId="3a827ecf-f379-4682-af5c-aabf0ef308eb" providerId="ADAL" clId="{8DED35E3-31FC-4FEF-8D99-FD03C83F1F08}" dt="2025-09-12T17:26:12.071" v="508" actId="20577"/>
          <ac:spMkLst>
            <pc:docMk/>
            <pc:sldMk cId="2243494996" sldId="277"/>
            <ac:spMk id="3" creationId="{35E3EA69-4E0E-41BD-8095-A124225A2647}"/>
          </ac:spMkLst>
        </pc:spChg>
      </pc:sldChg>
      <pc:sldChg chg="modSp mod">
        <pc:chgData name="Noemie Lamontagne" userId="3a827ecf-f379-4682-af5c-aabf0ef308eb" providerId="ADAL" clId="{8DED35E3-31FC-4FEF-8D99-FD03C83F1F08}" dt="2025-09-12T14:05:24.596" v="20" actId="20577"/>
        <pc:sldMkLst>
          <pc:docMk/>
          <pc:sldMk cId="4294628112" sldId="296"/>
        </pc:sldMkLst>
        <pc:spChg chg="mod">
          <ac:chgData name="Noemie Lamontagne" userId="3a827ecf-f379-4682-af5c-aabf0ef308eb" providerId="ADAL" clId="{8DED35E3-31FC-4FEF-8D99-FD03C83F1F08}" dt="2025-09-12T14:05:24.596" v="20" actId="20577"/>
          <ac:spMkLst>
            <pc:docMk/>
            <pc:sldMk cId="4294628112" sldId="296"/>
            <ac:spMk id="7" creationId="{BCEE6C22-CE61-4A11-7344-0361AC9BFD4E}"/>
          </ac:spMkLst>
        </pc:spChg>
      </pc:sldChg>
      <pc:sldChg chg="modSp mod">
        <pc:chgData name="Noemie Lamontagne" userId="3a827ecf-f379-4682-af5c-aabf0ef308eb" providerId="ADAL" clId="{8DED35E3-31FC-4FEF-8D99-FD03C83F1F08}" dt="2025-09-12T14:54:55.607" v="408" actId="20577"/>
        <pc:sldMkLst>
          <pc:docMk/>
          <pc:sldMk cId="2194368361" sldId="299"/>
        </pc:sldMkLst>
        <pc:spChg chg="mod">
          <ac:chgData name="Noemie Lamontagne" userId="3a827ecf-f379-4682-af5c-aabf0ef308eb" providerId="ADAL" clId="{8DED35E3-31FC-4FEF-8D99-FD03C83F1F08}" dt="2025-09-12T14:54:55.607" v="408" actId="20577"/>
          <ac:spMkLst>
            <pc:docMk/>
            <pc:sldMk cId="2194368361" sldId="299"/>
            <ac:spMk id="6" creationId="{F2ADD453-125A-2072-205F-6D0B9BA73FB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9/12/2025</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9/8/2025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4B9A9E5-4F7F-4A7D-9DE1-899232329269}" type="slidenum">
              <a:rPr lang="en-US" smtClean="0"/>
              <a:t>12</a:t>
            </a:fld>
            <a:endParaRPr lang="en-US" dirty="0"/>
          </a:p>
        </p:txBody>
      </p:sp>
    </p:spTree>
    <p:extLst>
      <p:ext uri="{BB962C8B-B14F-4D97-AF65-F5344CB8AC3E}">
        <p14:creationId xmlns:p14="http://schemas.microsoft.com/office/powerpoint/2010/main" val="9666485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a:lstStyle/>
          <a:p>
            <a:r>
              <a:rPr lang="en-US" dirty="0"/>
              <a:t>LLM Project</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a:lstStyle/>
          <a:p>
            <a:r>
              <a:rPr lang="en-US" dirty="0"/>
              <a:t>Noemie Lamontagne</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62075" y="1671639"/>
            <a:ext cx="5111750" cy="1204912"/>
          </a:xfrm>
        </p:spPr>
        <p:txBody>
          <a:bodyPr anchor="b">
            <a:normAutofit/>
          </a:bodyPr>
          <a:lstStyle/>
          <a:p>
            <a:r>
              <a:rPr lang="en-US" dirty="0"/>
              <a:t>ABOUT Project</a:t>
            </a:r>
            <a:r>
              <a:rPr lang="en-CA" dirty="0"/>
              <a:t>/ Objective</a:t>
            </a:r>
            <a:endParaRPr lang="en-US" dirty="0"/>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type="body" idx="1"/>
          </p:nvPr>
        </p:nvSpPr>
        <p:spPr>
          <a:xfrm>
            <a:off x="1362075" y="3660774"/>
            <a:ext cx="5111750" cy="1525588"/>
          </a:xfrm>
        </p:spPr>
        <p:txBody>
          <a:bodyPr>
            <a:normAutofit/>
          </a:bodyPr>
          <a:lstStyle/>
          <a:p>
            <a:r>
              <a:rPr lang="en-US" dirty="0"/>
              <a:t>To learn more about large language models (ML models that generate text), I decided to try and create my own mostly from scratch by following along the CS336 Stanford course materials. The wanted result was a model that was trained locally on my laptop and could generate text. </a:t>
            </a:r>
          </a:p>
        </p:txBody>
      </p:sp>
      <p:sp>
        <p:nvSpPr>
          <p:cNvPr id="6" name="Date Placeholder 5">
            <a:extLst>
              <a:ext uri="{FF2B5EF4-FFF2-40B4-BE49-F238E27FC236}">
                <a16:creationId xmlns:a16="http://schemas.microsoft.com/office/drawing/2014/main" id="{B69DF042-37C5-4E09-AA4C-AA66649C9533}"/>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dirty="0"/>
              <a:t>20XX</a:t>
            </a:r>
            <a:endParaRPr lang="en-US"/>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5224463" y="6356350"/>
            <a:ext cx="1743075" cy="365125"/>
          </a:xfrm>
        </p:spPr>
        <p:txBody>
          <a:bodyPr anchor="ctr">
            <a:normAutofit/>
          </a:bodyPr>
          <a:lstStyle/>
          <a:p>
            <a:pPr>
              <a:spcAft>
                <a:spcPts val="600"/>
              </a:spcAft>
            </a:pPr>
            <a:r>
              <a:rPr lang="en-US" dirty="0"/>
              <a:t>Pitch Deck</a:t>
            </a:r>
            <a:endParaRPr lang="en-US"/>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19B51A1E-902D-48AF-9020-955120F399B6}" type="slidenum">
              <a:rPr lang="en-US" smtClean="0"/>
              <a:pPr>
                <a:spcAft>
                  <a:spcPts val="600"/>
                </a:spcAft>
              </a:pPr>
              <a:t>2</a:t>
            </a:fld>
            <a:endParaRPr lang="en-US"/>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838200" y="5509419"/>
            <a:ext cx="4082142" cy="585788"/>
          </a:xfrm>
        </p:spPr>
        <p:txBody>
          <a:bodyPr/>
          <a:lstStyle/>
          <a:p>
            <a:r>
              <a:rPr lang="en-US" dirty="0"/>
              <a:t>Overview</a:t>
            </a:r>
          </a:p>
        </p:txBody>
      </p:sp>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148318" y="1481138"/>
            <a:ext cx="2141764" cy="514350"/>
          </a:xfrm>
        </p:spPr>
        <p:txBody>
          <a:bodyPr vert="horz" lIns="91440" tIns="45720" rIns="91440" bIns="45720" rtlCol="0" anchor="ctr">
            <a:normAutofit/>
          </a:bodyPr>
          <a:lstStyle/>
          <a:p>
            <a:r>
              <a:rPr lang="en-US" dirty="0"/>
              <a:t>Tokenizer</a:t>
            </a:r>
          </a:p>
        </p:txBody>
      </p:sp>
      <p:sp>
        <p:nvSpPr>
          <p:cNvPr id="4" name="Text Placeholder 3">
            <a:extLst>
              <a:ext uri="{FF2B5EF4-FFF2-40B4-BE49-F238E27FC236}">
                <a16:creationId xmlns:a16="http://schemas.microsoft.com/office/drawing/2014/main" id="{F5FF1291-56EB-4A7B-A198-1D91F9ECC5D3}"/>
              </a:ext>
            </a:extLst>
          </p:cNvPr>
          <p:cNvSpPr>
            <a:spLocks noGrp="1"/>
          </p:cNvSpPr>
          <p:nvPr>
            <p:ph type="body" sz="quarter" idx="14"/>
          </p:nvPr>
        </p:nvSpPr>
        <p:spPr>
          <a:xfrm>
            <a:off x="714375" y="2557463"/>
            <a:ext cx="2141764" cy="514350"/>
          </a:xfrm>
        </p:spPr>
        <p:txBody>
          <a:bodyPr/>
          <a:lstStyle/>
          <a:p>
            <a:r>
              <a:rPr lang="en-US" dirty="0"/>
              <a:t>Dataset</a:t>
            </a:r>
          </a:p>
        </p:txBody>
      </p:sp>
      <p:sp>
        <p:nvSpPr>
          <p:cNvPr id="5" name="Text Placeholder 4">
            <a:extLst>
              <a:ext uri="{FF2B5EF4-FFF2-40B4-BE49-F238E27FC236}">
                <a16:creationId xmlns:a16="http://schemas.microsoft.com/office/drawing/2014/main" id="{6184E21C-7534-4FB5-9709-F7D1A11034F3}"/>
              </a:ext>
            </a:extLst>
          </p:cNvPr>
          <p:cNvSpPr>
            <a:spLocks noGrp="1"/>
          </p:cNvSpPr>
          <p:nvPr>
            <p:ph type="body" sz="quarter" idx="15"/>
          </p:nvPr>
        </p:nvSpPr>
        <p:spPr>
          <a:xfrm>
            <a:off x="1320800" y="3633788"/>
            <a:ext cx="2141764" cy="514350"/>
          </a:xfrm>
        </p:spPr>
        <p:txBody>
          <a:bodyPr/>
          <a:lstStyle/>
          <a:p>
            <a:r>
              <a:rPr lang="en-US" dirty="0"/>
              <a:t>Model architecture</a:t>
            </a:r>
          </a:p>
        </p:txBody>
      </p:sp>
      <p:sp>
        <p:nvSpPr>
          <p:cNvPr id="6" name="Text Placeholder 5">
            <a:extLst>
              <a:ext uri="{FF2B5EF4-FFF2-40B4-BE49-F238E27FC236}">
                <a16:creationId xmlns:a16="http://schemas.microsoft.com/office/drawing/2014/main" id="{5C594564-4FC6-401A-8586-44735EE819EC}"/>
              </a:ext>
            </a:extLst>
          </p:cNvPr>
          <p:cNvSpPr>
            <a:spLocks noGrp="1"/>
          </p:cNvSpPr>
          <p:nvPr>
            <p:ph type="body" sz="quarter" idx="16"/>
          </p:nvPr>
        </p:nvSpPr>
        <p:spPr>
          <a:xfrm>
            <a:off x="1905000" y="4710114"/>
            <a:ext cx="2141764" cy="514350"/>
          </a:xfrm>
        </p:spPr>
        <p:txBody>
          <a:bodyPr/>
          <a:lstStyle/>
          <a:p>
            <a:r>
              <a:rPr lang="en-US" dirty="0"/>
              <a:t>Training and Inference</a:t>
            </a:r>
          </a:p>
        </p:txBody>
      </p:sp>
      <p:sp>
        <p:nvSpPr>
          <p:cNvPr id="7" name="Text Placeholder 6">
            <a:extLst>
              <a:ext uri="{FF2B5EF4-FFF2-40B4-BE49-F238E27FC236}">
                <a16:creationId xmlns:a16="http://schemas.microsoft.com/office/drawing/2014/main" id="{D7EB25CA-DA83-483D-AF83-0001BDF2DE2B}"/>
              </a:ext>
            </a:extLst>
          </p:cNvPr>
          <p:cNvSpPr>
            <a:spLocks noGrp="1"/>
          </p:cNvSpPr>
          <p:nvPr>
            <p:ph type="body" sz="quarter" idx="17"/>
          </p:nvPr>
        </p:nvSpPr>
        <p:spPr>
          <a:xfrm>
            <a:off x="4401535" y="1594478"/>
            <a:ext cx="5539095" cy="1010842"/>
          </a:xfrm>
        </p:spPr>
        <p:txBody>
          <a:bodyPr/>
          <a:lstStyle/>
          <a:p>
            <a:r>
              <a:rPr lang="en-US" dirty="0"/>
              <a:t>Creates the vocabulary of your model, transforming words into meaningful numbers</a:t>
            </a:r>
          </a:p>
          <a:p>
            <a:endParaRPr lang="en-US" dirty="0"/>
          </a:p>
        </p:txBody>
      </p:sp>
      <p:sp>
        <p:nvSpPr>
          <p:cNvPr id="8" name="Text Placehold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82564"/>
            <a:ext cx="5539095" cy="1010842"/>
          </a:xfrm>
        </p:spPr>
        <p:txBody>
          <a:bodyPr/>
          <a:lstStyle/>
          <a:p>
            <a:r>
              <a:rPr lang="en-US" dirty="0"/>
              <a:t>Create a dataset for your model using your unique vocabulary</a:t>
            </a:r>
          </a:p>
          <a:p>
            <a:endParaRPr lang="en-US" dirty="0"/>
          </a:p>
        </p:txBody>
      </p:sp>
      <p:sp>
        <p:nvSpPr>
          <p:cNvPr id="9" name="Text Placeholder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a:lstStyle/>
          <a:p>
            <a:r>
              <a:rPr lang="en-US" dirty="0"/>
              <a:t>Define your model architecture</a:t>
            </a:r>
          </a:p>
          <a:p>
            <a:endParaRPr lang="en-US" dirty="0"/>
          </a:p>
        </p:txBody>
      </p:sp>
      <p:sp>
        <p:nvSpPr>
          <p:cNvPr id="10" name="Text Placeholder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539095" cy="1010842"/>
          </a:xfrm>
        </p:spPr>
        <p:txBody>
          <a:bodyPr/>
          <a:lstStyle/>
          <a:p>
            <a:r>
              <a:rPr lang="en-US" dirty="0"/>
              <a:t>Train the model, then use it to generate works based on a prompt</a:t>
            </a:r>
          </a:p>
          <a:p>
            <a:endParaRPr lang="en-US" dirty="0"/>
          </a:p>
        </p:txBody>
      </p:sp>
      <p:sp>
        <p:nvSpPr>
          <p:cNvPr id="11" name="Date Placeholder 10">
            <a:extLst>
              <a:ext uri="{FF2B5EF4-FFF2-40B4-BE49-F238E27FC236}">
                <a16:creationId xmlns:a16="http://schemas.microsoft.com/office/drawing/2014/main" id="{40BF6865-7FAE-4B56-A995-ADF1582DCC64}"/>
              </a:ext>
            </a:extLst>
          </p:cNvPr>
          <p:cNvSpPr>
            <a:spLocks noGrp="1"/>
          </p:cNvSpPr>
          <p:nvPr>
            <p:ph type="dt" sz="half" idx="10"/>
          </p:nvPr>
        </p:nvSpPr>
        <p:spPr>
          <a:xfrm>
            <a:off x="838200" y="6356350"/>
            <a:ext cx="2743200" cy="365125"/>
          </a:xfrm>
        </p:spPr>
        <p:txBody>
          <a:bodyPr/>
          <a:lstStyle/>
          <a:p>
            <a:r>
              <a:rPr lang="en-US" dirty="0"/>
              <a:t>20XX</a:t>
            </a:r>
          </a:p>
        </p:txBody>
      </p:sp>
      <p:sp>
        <p:nvSpPr>
          <p:cNvPr id="12" name="Footer Placeholder 11">
            <a:extLst>
              <a:ext uri="{FF2B5EF4-FFF2-40B4-BE49-F238E27FC236}">
                <a16:creationId xmlns:a16="http://schemas.microsoft.com/office/drawing/2014/main" id="{7312B71A-5E84-41DE-9754-5F6291F6DFB7}"/>
              </a:ext>
            </a:extLst>
          </p:cNvPr>
          <p:cNvSpPr>
            <a:spLocks noGrp="1"/>
          </p:cNvSpPr>
          <p:nvPr>
            <p:ph type="ftr" sz="quarter" idx="11"/>
          </p:nvPr>
        </p:nvSpPr>
        <p:spPr>
          <a:xfrm>
            <a:off x="6155823" y="6356350"/>
            <a:ext cx="1808712" cy="365125"/>
          </a:xfrm>
        </p:spPr>
        <p:txBody>
          <a:bodyPr/>
          <a:lstStyle/>
          <a:p>
            <a:r>
              <a:rPr lang="en-US" dirty="0"/>
              <a:t>Pitch Deck</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212D-7414-94AC-68AF-404DDD9E59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5B6ED-DB2A-4938-EFFB-15DB7389E614}"/>
              </a:ext>
            </a:extLst>
          </p:cNvPr>
          <p:cNvSpPr>
            <a:spLocks noGrp="1"/>
          </p:cNvSpPr>
          <p:nvPr>
            <p:ph type="title"/>
          </p:nvPr>
        </p:nvSpPr>
        <p:spPr>
          <a:xfrm>
            <a:off x="1885156" y="859126"/>
            <a:ext cx="8421688" cy="1325563"/>
          </a:xfrm>
        </p:spPr>
        <p:txBody>
          <a:bodyPr/>
          <a:lstStyle/>
          <a:p>
            <a:r>
              <a:rPr lang="en-US" dirty="0"/>
              <a:t>Tokenizer</a:t>
            </a:r>
          </a:p>
        </p:txBody>
      </p:sp>
      <p:sp>
        <p:nvSpPr>
          <p:cNvPr id="3" name="Content Placeholder 2">
            <a:extLst>
              <a:ext uri="{FF2B5EF4-FFF2-40B4-BE49-F238E27FC236}">
                <a16:creationId xmlns:a16="http://schemas.microsoft.com/office/drawing/2014/main" id="{B98E9C85-0A23-202B-6D3E-5BA71CDFE2C3}"/>
              </a:ext>
            </a:extLst>
          </p:cNvPr>
          <p:cNvSpPr>
            <a:spLocks noGrp="1"/>
          </p:cNvSpPr>
          <p:nvPr>
            <p:ph type="body" sz="quarter" idx="13"/>
          </p:nvPr>
        </p:nvSpPr>
        <p:spPr>
          <a:xfrm>
            <a:off x="1484749" y="2079831"/>
            <a:ext cx="4031945" cy="365125"/>
          </a:xfrm>
        </p:spPr>
        <p:txBody>
          <a:bodyPr vert="horz" lIns="91440" tIns="45720" rIns="91440" bIns="45720" rtlCol="0" anchor="t">
            <a:normAutofit lnSpcReduction="10000"/>
          </a:bodyPr>
          <a:lstStyle/>
          <a:p>
            <a:r>
              <a:rPr lang="en-US" dirty="0" err="1"/>
              <a:t>BPETokenizer</a:t>
            </a:r>
            <a:endParaRPr lang="en-US" dirty="0"/>
          </a:p>
        </p:txBody>
      </p:sp>
      <p:sp>
        <p:nvSpPr>
          <p:cNvPr id="4" name="Text Placeholder 3">
            <a:extLst>
              <a:ext uri="{FF2B5EF4-FFF2-40B4-BE49-F238E27FC236}">
                <a16:creationId xmlns:a16="http://schemas.microsoft.com/office/drawing/2014/main" id="{99F292C3-F06D-7B9E-9FDB-86ACEBFD0DDE}"/>
              </a:ext>
            </a:extLst>
          </p:cNvPr>
          <p:cNvSpPr>
            <a:spLocks noGrp="1"/>
          </p:cNvSpPr>
          <p:nvPr>
            <p:ph type="body" sz="quarter" idx="15"/>
          </p:nvPr>
        </p:nvSpPr>
        <p:spPr>
          <a:xfrm>
            <a:off x="1233889" y="2507564"/>
            <a:ext cx="4282805" cy="3138278"/>
          </a:xfrm>
        </p:spPr>
        <p:txBody>
          <a:bodyPr>
            <a:normAutofit/>
          </a:bodyPr>
          <a:lstStyle/>
          <a:p>
            <a:r>
              <a:rPr lang="en-US" sz="1800" dirty="0"/>
              <a:t>A tokenization method that merges the most frequent pairs of bytes (within a text) to create a fixed-size library</a:t>
            </a:r>
            <a:r>
              <a:rPr lang="en-CA" sz="1800" dirty="0"/>
              <a:t>/vocabulary where merged byte pairs are given their own token id.</a:t>
            </a:r>
          </a:p>
          <a:p>
            <a:r>
              <a:rPr lang="en-CA" sz="1800" dirty="0"/>
              <a:t>My tokenizer has a 32k token vocabulary (</a:t>
            </a:r>
            <a:r>
              <a:rPr lang="en-CA" sz="1800" dirty="0" err="1"/>
              <a:t>dict</a:t>
            </a:r>
            <a:r>
              <a:rPr lang="en-CA" sz="1800" dirty="0"/>
              <a:t>[</a:t>
            </a:r>
            <a:r>
              <a:rPr lang="en-CA" sz="1800" dirty="0" err="1"/>
              <a:t>int,bytes</a:t>
            </a:r>
            <a:r>
              <a:rPr lang="en-CA" sz="1800" dirty="0"/>
              <a:t>]). 0-255 of the token ids are the “original” byte representations of alphanumeric characters; the rest of the token ids were assigned during training</a:t>
            </a:r>
            <a:endParaRPr lang="en-US" sz="1800" dirty="0"/>
          </a:p>
        </p:txBody>
      </p:sp>
      <p:sp>
        <p:nvSpPr>
          <p:cNvPr id="6" name="Text Placeholder 5">
            <a:extLst>
              <a:ext uri="{FF2B5EF4-FFF2-40B4-BE49-F238E27FC236}">
                <a16:creationId xmlns:a16="http://schemas.microsoft.com/office/drawing/2014/main" id="{A7C8E121-8B13-B800-79C3-8559B5FC4342}"/>
              </a:ext>
            </a:extLst>
          </p:cNvPr>
          <p:cNvSpPr>
            <a:spLocks noGrp="1"/>
          </p:cNvSpPr>
          <p:nvPr>
            <p:ph type="body" sz="quarter" idx="17"/>
          </p:nvPr>
        </p:nvSpPr>
        <p:spPr>
          <a:xfrm flipV="1">
            <a:off x="13607143" y="4127655"/>
            <a:ext cx="620486" cy="1271659"/>
          </a:xfrm>
        </p:spPr>
        <p:txBody>
          <a:bodyPr>
            <a:normAutofit fontScale="85000" lnSpcReduction="20000"/>
          </a:bodyPr>
          <a:lstStyle/>
          <a:p>
            <a:r>
              <a:rPr lang="en-US" dirty="0"/>
              <a:t>Our target audience is Gen Z (18-25 years old)</a:t>
            </a:r>
          </a:p>
          <a:p>
            <a:endParaRPr lang="en-US" dirty="0"/>
          </a:p>
        </p:txBody>
      </p:sp>
      <p:sp>
        <p:nvSpPr>
          <p:cNvPr id="7" name="Text Placeholder 6">
            <a:extLst>
              <a:ext uri="{FF2B5EF4-FFF2-40B4-BE49-F238E27FC236}">
                <a16:creationId xmlns:a16="http://schemas.microsoft.com/office/drawing/2014/main" id="{F4634C67-3B33-1F0E-02D9-925F2A5436C5}"/>
              </a:ext>
            </a:extLst>
          </p:cNvPr>
          <p:cNvSpPr>
            <a:spLocks noGrp="1"/>
          </p:cNvSpPr>
          <p:nvPr>
            <p:ph type="body" sz="quarter" idx="18"/>
          </p:nvPr>
        </p:nvSpPr>
        <p:spPr>
          <a:xfrm>
            <a:off x="6675306" y="2187118"/>
            <a:ext cx="4031945" cy="365124"/>
          </a:xfrm>
        </p:spPr>
        <p:txBody>
          <a:bodyPr>
            <a:normAutofit lnSpcReduction="10000"/>
          </a:bodyPr>
          <a:lstStyle/>
          <a:p>
            <a:r>
              <a:rPr lang="en-US" dirty="0"/>
              <a:t>Training</a:t>
            </a:r>
          </a:p>
        </p:txBody>
      </p:sp>
      <p:sp>
        <p:nvSpPr>
          <p:cNvPr id="8" name="Text Placeholder 7">
            <a:extLst>
              <a:ext uri="{FF2B5EF4-FFF2-40B4-BE49-F238E27FC236}">
                <a16:creationId xmlns:a16="http://schemas.microsoft.com/office/drawing/2014/main" id="{20CD51D8-95DD-EE58-5BAF-2DB864C9A935}"/>
              </a:ext>
            </a:extLst>
          </p:cNvPr>
          <p:cNvSpPr>
            <a:spLocks noGrp="1"/>
          </p:cNvSpPr>
          <p:nvPr>
            <p:ph type="body" sz="quarter" idx="19"/>
          </p:nvPr>
        </p:nvSpPr>
        <p:spPr>
          <a:xfrm>
            <a:off x="6250763" y="2507564"/>
            <a:ext cx="4455574" cy="3330680"/>
          </a:xfrm>
        </p:spPr>
        <p:txBody>
          <a:bodyPr>
            <a:normAutofit lnSpcReduction="10000"/>
          </a:bodyPr>
          <a:lstStyle/>
          <a:p>
            <a:r>
              <a:rPr lang="en-US" sz="1800" dirty="0"/>
              <a:t>You “train” a </a:t>
            </a:r>
            <a:r>
              <a:rPr lang="en-US" sz="1800" dirty="0" err="1"/>
              <a:t>bpe</a:t>
            </a:r>
            <a:r>
              <a:rPr lang="en-US" sz="1800" dirty="0"/>
              <a:t> tokenizer to create the vocabulary it will use to decode and encode text.</a:t>
            </a:r>
          </a:p>
          <a:p>
            <a:r>
              <a:rPr lang="en-US" sz="1800" dirty="0"/>
              <a:t>I used a </a:t>
            </a:r>
            <a:r>
              <a:rPr lang="en-US" sz="1800" dirty="0" err="1"/>
              <a:t>pretokenization</a:t>
            </a:r>
            <a:r>
              <a:rPr lang="en-US" sz="1800" dirty="0"/>
              <a:t> method where I read through a text and use regex to capture words as “</a:t>
            </a:r>
            <a:r>
              <a:rPr lang="en-US" sz="1800" dirty="0" err="1"/>
              <a:t>pretokens</a:t>
            </a:r>
            <a:r>
              <a:rPr lang="en-US" sz="1800" dirty="0"/>
              <a:t>” that are stored in a dictionary. </a:t>
            </a:r>
            <a:r>
              <a:rPr lang="en-US" sz="1800" dirty="0" err="1"/>
              <a:t>Dict</a:t>
            </a:r>
            <a:r>
              <a:rPr lang="en-US" sz="1800" dirty="0"/>
              <a:t>[</a:t>
            </a:r>
            <a:r>
              <a:rPr lang="en-US" sz="1800" dirty="0" err="1"/>
              <a:t>string,freq</a:t>
            </a:r>
            <a:r>
              <a:rPr lang="en-US" sz="1800" dirty="0"/>
              <a:t>]</a:t>
            </a:r>
          </a:p>
          <a:p>
            <a:r>
              <a:rPr lang="en-US" sz="1800" dirty="0"/>
              <a:t>The dictionary of “</a:t>
            </a:r>
            <a:r>
              <a:rPr lang="en-US" sz="1800" dirty="0" err="1"/>
              <a:t>pretokens</a:t>
            </a:r>
            <a:r>
              <a:rPr lang="en-US" sz="1800" dirty="0"/>
              <a:t>” is then iterated through to count the frequency of every byte pair. The most frequent byte-pair is merged and assigned a token id in the vocabulary and the iteration continues.</a:t>
            </a:r>
          </a:p>
          <a:p>
            <a:endParaRPr lang="en-US" dirty="0"/>
          </a:p>
        </p:txBody>
      </p:sp>
      <p:sp>
        <p:nvSpPr>
          <p:cNvPr id="9" name="Text Placeholder 8">
            <a:extLst>
              <a:ext uri="{FF2B5EF4-FFF2-40B4-BE49-F238E27FC236}">
                <a16:creationId xmlns:a16="http://schemas.microsoft.com/office/drawing/2014/main" id="{32E4DF9C-2455-97CB-8FF8-711B046B682C}"/>
              </a:ext>
            </a:extLst>
          </p:cNvPr>
          <p:cNvSpPr>
            <a:spLocks noGrp="1"/>
          </p:cNvSpPr>
          <p:nvPr>
            <p:ph type="body" sz="quarter" idx="23"/>
          </p:nvPr>
        </p:nvSpPr>
        <p:spPr>
          <a:xfrm flipH="1">
            <a:off x="15000513" y="5638800"/>
            <a:ext cx="65315" cy="245164"/>
          </a:xfrm>
        </p:spPr>
        <p:txBody>
          <a:bodyPr>
            <a:normAutofit fontScale="25000" lnSpcReduction="20000"/>
          </a:bodyPr>
          <a:lstStyle/>
          <a:p>
            <a:r>
              <a:rPr lang="en-US" dirty="0"/>
              <a:t>EASY TO USE</a:t>
            </a:r>
          </a:p>
        </p:txBody>
      </p:sp>
      <p:sp>
        <p:nvSpPr>
          <p:cNvPr id="10" name="Text Placeholder 9">
            <a:extLst>
              <a:ext uri="{FF2B5EF4-FFF2-40B4-BE49-F238E27FC236}">
                <a16:creationId xmlns:a16="http://schemas.microsoft.com/office/drawing/2014/main" id="{D58ED29C-2C9F-805A-A85A-7E437FD053A0}"/>
              </a:ext>
            </a:extLst>
          </p:cNvPr>
          <p:cNvSpPr>
            <a:spLocks noGrp="1"/>
          </p:cNvSpPr>
          <p:nvPr>
            <p:ph type="body" sz="quarter" idx="24"/>
          </p:nvPr>
        </p:nvSpPr>
        <p:spPr>
          <a:xfrm>
            <a:off x="13447370" y="5838244"/>
            <a:ext cx="1128599" cy="45719"/>
          </a:xfrm>
        </p:spPr>
        <p:txBody>
          <a:bodyPr>
            <a:normAutofit fontScale="25000" lnSpcReduction="20000"/>
          </a:bodyPr>
          <a:lstStyle/>
          <a:p>
            <a:r>
              <a:rPr lang="en-US" dirty="0"/>
              <a:t>Simple design that gives customers the targeted information they need</a:t>
            </a:r>
          </a:p>
        </p:txBody>
      </p:sp>
      <p:sp>
        <p:nvSpPr>
          <p:cNvPr id="80" name="Date Placeholder 79">
            <a:extLst>
              <a:ext uri="{FF2B5EF4-FFF2-40B4-BE49-F238E27FC236}">
                <a16:creationId xmlns:a16="http://schemas.microsoft.com/office/drawing/2014/main" id="{0C9B9B84-DC49-EB88-5021-F9CAE62A417F}"/>
              </a:ext>
            </a:extLst>
          </p:cNvPr>
          <p:cNvSpPr>
            <a:spLocks noGrp="1"/>
          </p:cNvSpPr>
          <p:nvPr>
            <p:ph type="dt" sz="half" idx="20"/>
          </p:nvPr>
        </p:nvSpPr>
        <p:spPr>
          <a:xfrm>
            <a:off x="838200" y="6356350"/>
            <a:ext cx="2743200" cy="365125"/>
          </a:xfrm>
        </p:spPr>
        <p:txBody>
          <a:bodyPr/>
          <a:lstStyle/>
          <a:p>
            <a:r>
              <a:rPr lang="en-US" dirty="0"/>
              <a:t>20XX</a:t>
            </a:r>
          </a:p>
        </p:txBody>
      </p:sp>
      <p:sp>
        <p:nvSpPr>
          <p:cNvPr id="81" name="Footer Placeholder 80">
            <a:extLst>
              <a:ext uri="{FF2B5EF4-FFF2-40B4-BE49-F238E27FC236}">
                <a16:creationId xmlns:a16="http://schemas.microsoft.com/office/drawing/2014/main" id="{A892E180-DE9C-0FD2-1D1F-8F7F679C46BA}"/>
              </a:ext>
            </a:extLst>
          </p:cNvPr>
          <p:cNvSpPr>
            <a:spLocks noGrp="1"/>
          </p:cNvSpPr>
          <p:nvPr>
            <p:ph type="ftr" sz="quarter" idx="21"/>
          </p:nvPr>
        </p:nvSpPr>
        <p:spPr>
          <a:xfrm>
            <a:off x="4038600" y="6356350"/>
            <a:ext cx="4114800" cy="365125"/>
          </a:xfrm>
        </p:spPr>
        <p:txBody>
          <a:bodyPr/>
          <a:lstStyle/>
          <a:p>
            <a:r>
              <a:rPr lang="en-US" dirty="0"/>
              <a:t>Pitch Deck</a:t>
            </a:r>
          </a:p>
        </p:txBody>
      </p:sp>
      <p:sp>
        <p:nvSpPr>
          <p:cNvPr id="82" name="Slide Number Placeholder 81">
            <a:extLst>
              <a:ext uri="{FF2B5EF4-FFF2-40B4-BE49-F238E27FC236}">
                <a16:creationId xmlns:a16="http://schemas.microsoft.com/office/drawing/2014/main" id="{238518B0-E47B-B9BF-C18A-AF93C6E2D6C3}"/>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4</a:t>
            </a:fld>
            <a:endParaRPr lang="en-US" dirty="0"/>
          </a:p>
        </p:txBody>
      </p:sp>
      <p:sp>
        <p:nvSpPr>
          <p:cNvPr id="12" name="Text Placeholder 11">
            <a:extLst>
              <a:ext uri="{FF2B5EF4-FFF2-40B4-BE49-F238E27FC236}">
                <a16:creationId xmlns:a16="http://schemas.microsoft.com/office/drawing/2014/main" id="{19E36CB2-A751-4FDD-EA5A-1329B3FB11A6}"/>
              </a:ext>
            </a:extLst>
          </p:cNvPr>
          <p:cNvSpPr>
            <a:spLocks noGrp="1"/>
          </p:cNvSpPr>
          <p:nvPr>
            <p:ph type="body" sz="quarter" idx="16"/>
          </p:nvPr>
        </p:nvSpPr>
        <p:spPr>
          <a:xfrm flipV="1">
            <a:off x="13448149" y="3383280"/>
            <a:ext cx="158994" cy="45719"/>
          </a:xfrm>
        </p:spPr>
        <p:txBody>
          <a:bodyPr>
            <a:normAutofit fontScale="25000" lnSpcReduction="20000"/>
          </a:bodyPr>
          <a:lstStyle/>
          <a:p>
            <a:endParaRPr lang="en-CA" dirty="0"/>
          </a:p>
        </p:txBody>
      </p:sp>
    </p:spTree>
    <p:extLst>
      <p:ext uri="{BB962C8B-B14F-4D97-AF65-F5344CB8AC3E}">
        <p14:creationId xmlns:p14="http://schemas.microsoft.com/office/powerpoint/2010/main" val="3264798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892177"/>
            <a:ext cx="8421688" cy="1325563"/>
          </a:xfrm>
        </p:spPr>
        <p:txBody>
          <a:bodyPr anchor="ctr">
            <a:normAutofit/>
          </a:bodyPr>
          <a:lstStyle/>
          <a:p>
            <a:r>
              <a:rPr lang="en-US" dirty="0"/>
              <a:t>Tokenizer OVERVIEW</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13"/>
          </p:nvPr>
        </p:nvSpPr>
        <p:spPr>
          <a:xfrm>
            <a:off x="1397765" y="2067564"/>
            <a:ext cx="4031945" cy="365125"/>
          </a:xfrm>
        </p:spPr>
        <p:txBody>
          <a:bodyPr>
            <a:normAutofit/>
          </a:bodyPr>
          <a:lstStyle/>
          <a:p>
            <a:r>
              <a:rPr lang="en-US" sz="1900" dirty="0" err="1"/>
              <a:t>Pretoken</a:t>
            </a:r>
            <a:r>
              <a:rPr lang="en-US" sz="1900" dirty="0"/>
              <a:t> dictionary</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15"/>
          </p:nvPr>
        </p:nvSpPr>
        <p:spPr>
          <a:xfrm>
            <a:off x="1485899" y="2603832"/>
            <a:ext cx="4031030" cy="1057308"/>
          </a:xfrm>
        </p:spPr>
        <p:txBody>
          <a:bodyPr>
            <a:noAutofit/>
          </a:bodyPr>
          <a:lstStyle/>
          <a:p>
            <a:pPr>
              <a:lnSpc>
                <a:spcPct val="90000"/>
              </a:lnSpc>
            </a:pPr>
            <a:r>
              <a:rPr lang="en-US" sz="1600" dirty="0"/>
              <a:t>Stores words/bytes as keys, their frequency as values. The keys are a tuple of integers/token ids that represent bytes/text. The value is the # of times the </a:t>
            </a:r>
            <a:r>
              <a:rPr lang="en-US" sz="1600" dirty="0" err="1"/>
              <a:t>pretoken</a:t>
            </a:r>
            <a:r>
              <a:rPr lang="en-US" sz="1600" dirty="0"/>
              <a:t> appeared in the text. </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16"/>
          </p:nvPr>
        </p:nvSpPr>
        <p:spPr>
          <a:xfrm>
            <a:off x="6672228" y="2096356"/>
            <a:ext cx="4031945" cy="365125"/>
          </a:xfrm>
        </p:spPr>
        <p:txBody>
          <a:bodyPr>
            <a:normAutofit/>
          </a:bodyPr>
          <a:lstStyle/>
          <a:p>
            <a:pPr algn="l"/>
            <a:r>
              <a:rPr lang="en-US" sz="1900" dirty="0"/>
              <a:t>Vocabulary</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17"/>
          </p:nvPr>
        </p:nvSpPr>
        <p:spPr>
          <a:xfrm>
            <a:off x="6589373" y="2690126"/>
            <a:ext cx="4114800" cy="1156919"/>
          </a:xfrm>
        </p:spPr>
        <p:txBody>
          <a:bodyPr>
            <a:normAutofit/>
          </a:bodyPr>
          <a:lstStyle/>
          <a:p>
            <a:pPr>
              <a:lnSpc>
                <a:spcPct val="90000"/>
              </a:lnSpc>
            </a:pPr>
            <a:r>
              <a:rPr lang="en-US" sz="1600" dirty="0"/>
              <a:t>Eventually we will have a vocabulary which is a dictionary where the keys are integers (</a:t>
            </a:r>
            <a:r>
              <a:rPr lang="en-US" sz="1600" dirty="0" err="1"/>
              <a:t>token_ids</a:t>
            </a:r>
            <a:r>
              <a:rPr lang="en-US" sz="1600" dirty="0"/>
              <a:t>) and the values are base64 encoded bytes.</a:t>
            </a:r>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18"/>
          </p:nvPr>
        </p:nvSpPr>
        <p:spPr>
          <a:xfrm>
            <a:off x="1485899" y="4061335"/>
            <a:ext cx="4031945" cy="365125"/>
          </a:xfrm>
        </p:spPr>
        <p:txBody>
          <a:bodyPr>
            <a:normAutofit/>
          </a:bodyPr>
          <a:lstStyle/>
          <a:p>
            <a:pPr algn="l"/>
            <a:r>
              <a:rPr lang="en-US" sz="1900" dirty="0"/>
              <a:t>Process repeats</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19"/>
          </p:nvPr>
        </p:nvSpPr>
        <p:spPr>
          <a:xfrm>
            <a:off x="1397765" y="4425312"/>
            <a:ext cx="4119677" cy="1458652"/>
          </a:xfrm>
        </p:spPr>
        <p:txBody>
          <a:bodyPr>
            <a:noAutofit/>
          </a:bodyPr>
          <a:lstStyle/>
          <a:p>
            <a:pPr>
              <a:lnSpc>
                <a:spcPct val="90000"/>
              </a:lnSpc>
            </a:pPr>
            <a:r>
              <a:rPr lang="en-US" sz="1600" dirty="0"/>
              <a:t>Iterate through the keys of the pre-token dictionary to find the most frequent byte pair. This byte pair is then given a new token id according to the vocabulary. Then this byte pair is also replaced with this new id within the </a:t>
            </a:r>
            <a:r>
              <a:rPr lang="en-US" sz="1600" dirty="0" err="1"/>
              <a:t>pretoken</a:t>
            </a:r>
            <a:r>
              <a:rPr lang="en-US" sz="1600" dirty="0"/>
              <a:t> dictionary. </a:t>
            </a:r>
            <a:r>
              <a:rPr lang="en-US" sz="1600" dirty="0" err="1"/>
              <a:t>E.g</a:t>
            </a:r>
            <a:r>
              <a:rPr lang="en-US" sz="1600" dirty="0"/>
              <a:t> The -&gt; (116, 104, 101)</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23"/>
          </p:nvPr>
        </p:nvSpPr>
        <p:spPr>
          <a:xfrm>
            <a:off x="6671715" y="4060187"/>
            <a:ext cx="4031945" cy="365125"/>
          </a:xfrm>
        </p:spPr>
        <p:txBody>
          <a:bodyPr vert="horz" lIns="91440" tIns="45720" rIns="91440" bIns="45720" rtlCol="0">
            <a:normAutofit/>
          </a:bodyPr>
          <a:lstStyle/>
          <a:p>
            <a:pPr algn="l"/>
            <a:r>
              <a:rPr lang="en-US" sz="1900" dirty="0"/>
              <a:t>Why?</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24"/>
          </p:nvPr>
        </p:nvSpPr>
        <p:spPr>
          <a:xfrm>
            <a:off x="6499952" y="4558401"/>
            <a:ext cx="4204221" cy="1325563"/>
          </a:xfrm>
        </p:spPr>
        <p:txBody>
          <a:bodyPr>
            <a:normAutofit/>
          </a:bodyPr>
          <a:lstStyle/>
          <a:p>
            <a:pPr>
              <a:lnSpc>
                <a:spcPct val="90000"/>
              </a:lnSpc>
            </a:pPr>
            <a:r>
              <a:rPr lang="en-US" sz="1600" dirty="0"/>
              <a:t>This is a more logical way of training a model.</a:t>
            </a:r>
          </a:p>
          <a:p>
            <a:pPr>
              <a:lnSpc>
                <a:spcPct val="90000"/>
              </a:lnSpc>
            </a:pPr>
            <a:r>
              <a:rPr lang="en-US" sz="1600" dirty="0"/>
              <a:t>With a vocabulary made up of words, a model can predict the next word rather than the next </a:t>
            </a:r>
            <a:r>
              <a:rPr lang="en-US" sz="1600" dirty="0" err="1"/>
              <a:t>subword</a:t>
            </a:r>
            <a:r>
              <a:rPr lang="en-US" sz="1600" dirty="0"/>
              <a:t> or character.</a:t>
            </a:r>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838200" y="6356350"/>
            <a:ext cx="2743200" cy="365125"/>
          </a:xfrm>
        </p:spPr>
        <p:txBody>
          <a:bodyPr anchor="ctr">
            <a:normAutofit/>
          </a:bodyPr>
          <a:lstStyle/>
          <a:p>
            <a:pPr>
              <a:spcAft>
                <a:spcPts val="600"/>
              </a:spcAft>
            </a:pPr>
            <a:r>
              <a:rPr lang="en-US"/>
              <a:t>20XX</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4038600" y="6356350"/>
            <a:ext cx="4114800" cy="365125"/>
          </a:xfrm>
        </p:spPr>
        <p:txBody>
          <a:bodyPr anchor="ctr">
            <a:normAutofit/>
          </a:bodyPr>
          <a:lstStyle/>
          <a:p>
            <a:pPr>
              <a:spcAft>
                <a:spcPts val="600"/>
              </a:spcAft>
            </a:pPr>
            <a:r>
              <a:rPr lang="en-US"/>
              <a:t>Pitch Deck</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5</a:t>
            </a:fld>
            <a:endParaRPr lang="en-US"/>
          </a:p>
        </p:txBody>
      </p:sp>
    </p:spTree>
    <p:extLst>
      <p:ext uri="{BB962C8B-B14F-4D97-AF65-F5344CB8AC3E}">
        <p14:creationId xmlns:p14="http://schemas.microsoft.com/office/powerpoint/2010/main" val="184494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1362075" y="1671639"/>
            <a:ext cx="5111750" cy="1204912"/>
          </a:xfrm>
        </p:spPr>
        <p:txBody>
          <a:bodyPr/>
          <a:lstStyle/>
          <a:p>
            <a:r>
              <a:rPr lang="en-US" dirty="0"/>
              <a:t>Dataset</a:t>
            </a:r>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type="body" idx="1"/>
          </p:nvPr>
        </p:nvSpPr>
        <p:spPr>
          <a:xfrm>
            <a:off x="1362075" y="3660774"/>
            <a:ext cx="5111750" cy="1525588"/>
          </a:xfrm>
        </p:spPr>
        <p:txBody>
          <a:bodyPr vert="horz" lIns="91440" tIns="45720" rIns="91440" bIns="45720" rtlCol="0" anchor="t">
            <a:normAutofit/>
          </a:bodyPr>
          <a:lstStyle/>
          <a:p>
            <a:r>
              <a:rPr lang="en-US" sz="1600" dirty="0"/>
              <a:t>Simple but time-consuming. Using my trained tokenizer, I encoded a text file and saved it to a JSON file.</a:t>
            </a:r>
            <a:endParaRPr lang="en-US" sz="1600" noProof="1"/>
          </a:p>
        </p:txBody>
      </p:sp>
      <p:sp>
        <p:nvSpPr>
          <p:cNvPr id="4" name="Date Placeholder 3">
            <a:extLst>
              <a:ext uri="{FF2B5EF4-FFF2-40B4-BE49-F238E27FC236}">
                <a16:creationId xmlns:a16="http://schemas.microsoft.com/office/drawing/2014/main" id="{5C2ACA2A-6BBE-47CF-B76F-F56C9DBF77E6}"/>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396A095E-DB05-47EC-A2D5-47398A4A00B4}"/>
              </a:ext>
            </a:extLst>
          </p:cNvPr>
          <p:cNvSpPr>
            <a:spLocks noGrp="1"/>
          </p:cNvSpPr>
          <p:nvPr>
            <p:ph type="ftr" sz="quarter" idx="11"/>
          </p:nvPr>
        </p:nvSpPr>
        <p:spPr>
          <a:xfrm>
            <a:off x="5224463" y="6356350"/>
            <a:ext cx="1743075"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dirty="0"/>
          </a:p>
        </p:txBody>
      </p:sp>
      <p:pic>
        <p:nvPicPr>
          <p:cNvPr id="8" name="Picture 7">
            <a:extLst>
              <a:ext uri="{FF2B5EF4-FFF2-40B4-BE49-F238E27FC236}">
                <a16:creationId xmlns:a16="http://schemas.microsoft.com/office/drawing/2014/main" id="{ED3D1523-6822-E1B9-8FCA-EF1DCEAFC6FB}"/>
              </a:ext>
            </a:extLst>
          </p:cNvPr>
          <p:cNvPicPr>
            <a:picLocks noChangeAspect="1"/>
          </p:cNvPicPr>
          <p:nvPr/>
        </p:nvPicPr>
        <p:blipFill>
          <a:blip r:embed="rId2"/>
          <a:stretch>
            <a:fillRect/>
          </a:stretch>
        </p:blipFill>
        <p:spPr>
          <a:xfrm>
            <a:off x="4370161" y="494854"/>
            <a:ext cx="6736679" cy="2747731"/>
          </a:xfrm>
          <a:prstGeom prst="rect">
            <a:avLst/>
          </a:prstGeom>
        </p:spPr>
      </p:pic>
    </p:spTree>
    <p:extLst>
      <p:ext uri="{BB962C8B-B14F-4D97-AF65-F5344CB8AC3E}">
        <p14:creationId xmlns:p14="http://schemas.microsoft.com/office/powerpoint/2010/main" val="134637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title"/>
          </p:nvPr>
        </p:nvSpPr>
        <p:spPr>
          <a:xfrm>
            <a:off x="838200" y="365125"/>
            <a:ext cx="10515600" cy="1325563"/>
          </a:xfrm>
        </p:spPr>
        <p:txBody>
          <a:bodyPr anchor="ctr">
            <a:normAutofit/>
          </a:bodyPr>
          <a:lstStyle/>
          <a:p>
            <a:r>
              <a:rPr lang="en-US" dirty="0"/>
              <a:t>Model Architecture</a:t>
            </a:r>
          </a:p>
        </p:txBody>
      </p:sp>
      <p:sp>
        <p:nvSpPr>
          <p:cNvPr id="9" name="Date Placeholder 2">
            <a:extLst>
              <a:ext uri="{FF2B5EF4-FFF2-40B4-BE49-F238E27FC236}">
                <a16:creationId xmlns:a16="http://schemas.microsoft.com/office/drawing/2014/main" id="{A8B5067B-2E20-4304-A510-D4F3423ACAE0}"/>
              </a:ext>
            </a:extLst>
          </p:cNvPr>
          <p:cNvSpPr>
            <a:spLocks noGrp="1"/>
          </p:cNvSpPr>
          <p:nvPr>
            <p:ph type="dt" sz="half" idx="10"/>
          </p:nvPr>
        </p:nvSpPr>
        <p:spPr>
          <a:xfrm>
            <a:off x="838200" y="6356350"/>
            <a:ext cx="2743200" cy="365125"/>
          </a:xfrm>
        </p:spPr>
        <p:txBody>
          <a:bodyPr/>
          <a:lstStyle/>
          <a:p>
            <a:pPr>
              <a:spcAft>
                <a:spcPts val="600"/>
              </a:spcAft>
            </a:pPr>
            <a:r>
              <a:rPr lang="en-US"/>
              <a:t>20XX</a:t>
            </a:r>
          </a:p>
        </p:txBody>
      </p:sp>
      <p:sp>
        <p:nvSpPr>
          <p:cNvPr id="11" name="Footer Placeholder 3">
            <a:extLst>
              <a:ext uri="{FF2B5EF4-FFF2-40B4-BE49-F238E27FC236}">
                <a16:creationId xmlns:a16="http://schemas.microsoft.com/office/drawing/2014/main" id="{C29744B9-A4EB-6073-A1DD-B66243F10B99}"/>
              </a:ext>
            </a:extLst>
          </p:cNvPr>
          <p:cNvSpPr>
            <a:spLocks noGrp="1"/>
          </p:cNvSpPr>
          <p:nvPr>
            <p:ph type="ftr" sz="quarter" idx="11"/>
          </p:nvPr>
        </p:nvSpPr>
        <p:spPr>
          <a:xfrm>
            <a:off x="4038600" y="6356350"/>
            <a:ext cx="4114800" cy="365125"/>
          </a:xfrm>
        </p:spPr>
        <p:txBody>
          <a:bodyPr/>
          <a:lstStyle/>
          <a:p>
            <a:pPr>
              <a:spcAft>
                <a:spcPts val="600"/>
              </a:spcAft>
            </a:pPr>
            <a:r>
              <a:rPr lang="en-US"/>
              <a:t>Pitch Deck</a:t>
            </a:r>
          </a:p>
        </p:txBody>
      </p:sp>
      <p:sp>
        <p:nvSpPr>
          <p:cNvPr id="13" name="Slide Number Placeholder 4">
            <a:extLst>
              <a:ext uri="{FF2B5EF4-FFF2-40B4-BE49-F238E27FC236}">
                <a16:creationId xmlns:a16="http://schemas.microsoft.com/office/drawing/2014/main" id="{920B6431-701E-5A45-7D08-8DDE1D51A7AD}"/>
              </a:ext>
            </a:extLst>
          </p:cNvPr>
          <p:cNvSpPr>
            <a:spLocks noGrp="1"/>
          </p:cNvSpPr>
          <p:nvPr>
            <p:ph type="sldNum" sz="quarter" idx="12"/>
          </p:nvPr>
        </p:nvSpPr>
        <p:spPr>
          <a:xfrm>
            <a:off x="8610600" y="6356350"/>
            <a:ext cx="2743200" cy="365125"/>
          </a:xfrm>
        </p:spPr>
        <p:txBody>
          <a:bodyPr/>
          <a:lstStyle/>
          <a:p>
            <a:pPr>
              <a:spcAft>
                <a:spcPts val="600"/>
              </a:spcAft>
            </a:pPr>
            <a:fld id="{B5CEABB6-07DC-46E8-9B57-56EC44A396E5}" type="slidenum">
              <a:rPr lang="en-US" smtClean="0"/>
              <a:pPr>
                <a:spcAft>
                  <a:spcPts val="600"/>
                </a:spcAft>
              </a:pPr>
              <a:t>7</a:t>
            </a:fld>
            <a:endParaRPr lang="en-US"/>
          </a:p>
        </p:txBody>
      </p:sp>
      <p:pic>
        <p:nvPicPr>
          <p:cNvPr id="4" name="Picture 3">
            <a:extLst>
              <a:ext uri="{FF2B5EF4-FFF2-40B4-BE49-F238E27FC236}">
                <a16:creationId xmlns:a16="http://schemas.microsoft.com/office/drawing/2014/main" id="{3886CE2F-D3A6-62EA-6C46-B70F34B9E667}"/>
              </a:ext>
            </a:extLst>
          </p:cNvPr>
          <p:cNvPicPr>
            <a:picLocks noChangeAspect="1"/>
          </p:cNvPicPr>
          <p:nvPr/>
        </p:nvPicPr>
        <p:blipFill>
          <a:blip r:embed="rId2"/>
          <a:stretch>
            <a:fillRect/>
          </a:stretch>
        </p:blipFill>
        <p:spPr>
          <a:xfrm>
            <a:off x="2357905" y="1311007"/>
            <a:ext cx="7067273" cy="4523056"/>
          </a:xfrm>
          <a:prstGeom prst="rect">
            <a:avLst/>
          </a:prstGeom>
          <a:noFill/>
        </p:spPr>
      </p:pic>
    </p:spTree>
    <p:extLst>
      <p:ext uri="{BB962C8B-B14F-4D97-AF65-F5344CB8AC3E}">
        <p14:creationId xmlns:p14="http://schemas.microsoft.com/office/powerpoint/2010/main" val="707789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1885156" y="892177"/>
            <a:ext cx="8421688" cy="1325563"/>
          </a:xfrm>
        </p:spPr>
        <p:txBody>
          <a:bodyPr anchor="ctr">
            <a:normAutofit/>
          </a:bodyPr>
          <a:lstStyle/>
          <a:p>
            <a:r>
              <a:rPr lang="en-US" dirty="0"/>
              <a:t>Big Picture</a:t>
            </a:r>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idx="1"/>
          </p:nvPr>
        </p:nvSpPr>
        <p:spPr>
          <a:xfrm>
            <a:off x="1243104" y="2776936"/>
            <a:ext cx="2882475" cy="823912"/>
          </a:xfrm>
        </p:spPr>
        <p:txBody>
          <a:bodyPr vert="horz" lIns="91440" tIns="45720" rIns="91440" bIns="45720" rtlCol="0" anchor="b">
            <a:normAutofit/>
          </a:bodyPr>
          <a:lstStyle/>
          <a:p>
            <a:r>
              <a:rPr lang="en-US" noProof="1"/>
              <a:t>Token Embedding</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sz="half" idx="2"/>
          </p:nvPr>
        </p:nvSpPr>
        <p:spPr>
          <a:xfrm>
            <a:off x="1243104" y="3834606"/>
            <a:ext cx="2882475" cy="1997867"/>
          </a:xfrm>
        </p:spPr>
        <p:txBody>
          <a:bodyPr>
            <a:normAutofit/>
          </a:bodyPr>
          <a:lstStyle/>
          <a:p>
            <a:r>
              <a:rPr lang="en-US" noProof="1"/>
              <a:t>Create meaningful vector shapes from words</a:t>
            </a:r>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3"/>
          </p:nvPr>
        </p:nvSpPr>
        <p:spPr>
          <a:xfrm>
            <a:off x="4647665" y="2776936"/>
            <a:ext cx="2896671" cy="823912"/>
          </a:xfrm>
        </p:spPr>
        <p:txBody>
          <a:bodyPr vert="horz" lIns="91440" tIns="45720" rIns="91440" bIns="45720" rtlCol="0" anchor="b">
            <a:normAutofit/>
          </a:bodyPr>
          <a:lstStyle/>
          <a:p>
            <a:r>
              <a:rPr lang="en-US" noProof="1"/>
              <a:t>Transformer blocks</a:t>
            </a:r>
          </a:p>
        </p:txBody>
      </p:sp>
      <p:sp>
        <p:nvSpPr>
          <p:cNvPr id="9" name="Text Placeholder 8">
            <a:extLst>
              <a:ext uri="{FF2B5EF4-FFF2-40B4-BE49-F238E27FC236}">
                <a16:creationId xmlns:a16="http://schemas.microsoft.com/office/drawing/2014/main" id="{95CCE699-03D1-4642-B46A-B14EF17DA183}"/>
              </a:ext>
            </a:extLst>
          </p:cNvPr>
          <p:cNvSpPr>
            <a:spLocks noGrp="1"/>
          </p:cNvSpPr>
          <p:nvPr>
            <p:ph sz="quarter" idx="4"/>
          </p:nvPr>
        </p:nvSpPr>
        <p:spPr>
          <a:xfrm>
            <a:off x="4647665" y="3834606"/>
            <a:ext cx="2896671" cy="1997867"/>
          </a:xfrm>
        </p:spPr>
        <p:txBody>
          <a:bodyPr>
            <a:normAutofit/>
          </a:bodyPr>
          <a:lstStyle/>
          <a:p>
            <a:r>
              <a:rPr lang="en-US" noProof="1"/>
              <a:t>Where the “learning occurs” during training</a:t>
            </a:r>
          </a:p>
        </p:txBody>
      </p:sp>
      <p:sp>
        <p:nvSpPr>
          <p:cNvPr id="10" name="Text Placeholder 9">
            <a:extLst>
              <a:ext uri="{FF2B5EF4-FFF2-40B4-BE49-F238E27FC236}">
                <a16:creationId xmlns:a16="http://schemas.microsoft.com/office/drawing/2014/main" id="{BC1DF189-6F2F-4C21-88CC-C82D3D0D147B}"/>
              </a:ext>
            </a:extLst>
          </p:cNvPr>
          <p:cNvSpPr>
            <a:spLocks noGrp="1"/>
          </p:cNvSpPr>
          <p:nvPr>
            <p:ph type="body" idx="13"/>
          </p:nvPr>
        </p:nvSpPr>
        <p:spPr>
          <a:xfrm>
            <a:off x="8066421" y="2776936"/>
            <a:ext cx="2882475" cy="823912"/>
          </a:xfrm>
        </p:spPr>
        <p:txBody>
          <a:bodyPr vert="horz" lIns="91440" tIns="45720" rIns="91440" bIns="45720" rtlCol="0" anchor="b">
            <a:normAutofit/>
          </a:bodyPr>
          <a:lstStyle/>
          <a:p>
            <a:r>
              <a:rPr lang="en-US" noProof="1"/>
              <a:t>Output probabilities</a:t>
            </a:r>
          </a:p>
        </p:txBody>
      </p:sp>
      <p:sp>
        <p:nvSpPr>
          <p:cNvPr id="5" name="Text Placeholder 4">
            <a:extLst>
              <a:ext uri="{FF2B5EF4-FFF2-40B4-BE49-F238E27FC236}">
                <a16:creationId xmlns:a16="http://schemas.microsoft.com/office/drawing/2014/main" id="{06E82690-B145-4D4F-B2D1-0B2A8C50FD71}"/>
              </a:ext>
            </a:extLst>
          </p:cNvPr>
          <p:cNvSpPr>
            <a:spLocks noGrp="1"/>
          </p:cNvSpPr>
          <p:nvPr>
            <p:ph sz="half" idx="14"/>
          </p:nvPr>
        </p:nvSpPr>
        <p:spPr>
          <a:xfrm>
            <a:off x="8066421" y="3834606"/>
            <a:ext cx="2882475" cy="1997867"/>
          </a:xfrm>
        </p:spPr>
        <p:txBody>
          <a:bodyPr>
            <a:normAutofit/>
          </a:bodyPr>
          <a:lstStyle/>
          <a:p>
            <a:r>
              <a:rPr lang="en-US" noProof="1"/>
              <a:t>Normalize for stability (numbers can vary a lot), final linear layer (for the final logits), softmax (or other function) for meaningful probabilities, and to choose the “next word”. More relevant during inference. </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dirty="0"/>
              <a:t>20XX</a:t>
            </a:r>
            <a:endParaRPr lang="en-US"/>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Pitch Deck</a:t>
            </a:r>
            <a:endParaRPr lang="en-US"/>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19B51A1E-902D-48AF-9020-955120F399B6}" type="slidenum">
              <a:rPr lang="en-US" smtClean="0"/>
              <a:pPr>
                <a:spcAft>
                  <a:spcPts val="600"/>
                </a:spcAft>
              </a:pPr>
              <a:t>8</a:t>
            </a:fld>
            <a:endParaRPr lang="en-US"/>
          </a:p>
        </p:txBody>
      </p:sp>
    </p:spTree>
    <p:extLst>
      <p:ext uri="{BB962C8B-B14F-4D97-AF65-F5344CB8AC3E}">
        <p14:creationId xmlns:p14="http://schemas.microsoft.com/office/powerpoint/2010/main" val="2069393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431B8-E495-8367-8F68-3AFD83E7F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E8FF03-90A9-C9F2-9053-16EAD041E03A}"/>
              </a:ext>
            </a:extLst>
          </p:cNvPr>
          <p:cNvSpPr>
            <a:spLocks noGrp="1"/>
          </p:cNvSpPr>
          <p:nvPr>
            <p:ph type="title"/>
          </p:nvPr>
        </p:nvSpPr>
        <p:spPr>
          <a:xfrm>
            <a:off x="5920169" y="1152771"/>
            <a:ext cx="5431971" cy="846301"/>
          </a:xfrm>
        </p:spPr>
        <p:txBody>
          <a:bodyPr/>
          <a:lstStyle/>
          <a:p>
            <a:r>
              <a:rPr lang="en-US" dirty="0"/>
              <a:t>Transformer Blocks</a:t>
            </a:r>
          </a:p>
        </p:txBody>
      </p:sp>
      <p:sp>
        <p:nvSpPr>
          <p:cNvPr id="6" name="Text Placeholder 5">
            <a:extLst>
              <a:ext uri="{FF2B5EF4-FFF2-40B4-BE49-F238E27FC236}">
                <a16:creationId xmlns:a16="http://schemas.microsoft.com/office/drawing/2014/main" id="{41A65F5D-FF25-CC2A-1A43-08645F1F4FCF}"/>
              </a:ext>
            </a:extLst>
          </p:cNvPr>
          <p:cNvSpPr>
            <a:spLocks noGrp="1"/>
          </p:cNvSpPr>
          <p:nvPr>
            <p:ph type="body" sz="quarter" idx="13"/>
          </p:nvPr>
        </p:nvSpPr>
        <p:spPr>
          <a:xfrm>
            <a:off x="5918936" y="1772756"/>
            <a:ext cx="5433204" cy="365125"/>
          </a:xfrm>
        </p:spPr>
        <p:txBody>
          <a:bodyPr vert="horz" lIns="91440" tIns="45720" rIns="91440" bIns="45720" rtlCol="0" anchor="t">
            <a:noAutofit/>
          </a:bodyPr>
          <a:lstStyle/>
          <a:p>
            <a:r>
              <a:rPr lang="en-US" noProof="1"/>
              <a:t>LayerNorm</a:t>
            </a:r>
          </a:p>
        </p:txBody>
      </p:sp>
      <p:sp>
        <p:nvSpPr>
          <p:cNvPr id="7" name="Text Placeholder 6">
            <a:extLst>
              <a:ext uri="{FF2B5EF4-FFF2-40B4-BE49-F238E27FC236}">
                <a16:creationId xmlns:a16="http://schemas.microsoft.com/office/drawing/2014/main" id="{BCEE6C22-CE61-4A11-7344-0361AC9BFD4E}"/>
              </a:ext>
            </a:extLst>
          </p:cNvPr>
          <p:cNvSpPr>
            <a:spLocks noGrp="1"/>
          </p:cNvSpPr>
          <p:nvPr>
            <p:ph type="body" sz="quarter" idx="15"/>
          </p:nvPr>
        </p:nvSpPr>
        <p:spPr>
          <a:xfrm>
            <a:off x="5874548" y="2199916"/>
            <a:ext cx="5431971" cy="557950"/>
          </a:xfrm>
        </p:spPr>
        <p:txBody>
          <a:bodyPr>
            <a:normAutofit/>
          </a:bodyPr>
          <a:lstStyle/>
          <a:p>
            <a:r>
              <a:rPr lang="en-US" dirty="0"/>
              <a:t>Normalizes the inputs of each layer within the network. input tensor of shape (</a:t>
            </a:r>
            <a:r>
              <a:rPr lang="en-US" dirty="0" err="1"/>
              <a:t>batch_size</a:t>
            </a:r>
            <a:r>
              <a:rPr lang="en-US" dirty="0"/>
              <a:t>, </a:t>
            </a:r>
            <a:r>
              <a:rPr lang="en-US" dirty="0" err="1"/>
              <a:t>seq_len</a:t>
            </a:r>
            <a:r>
              <a:rPr lang="en-US" dirty="0"/>
              <a:t>, </a:t>
            </a:r>
            <a:r>
              <a:rPr lang="en-US" dirty="0" err="1"/>
              <a:t>d_model</a:t>
            </a:r>
            <a:r>
              <a:rPr lang="en-US" dirty="0"/>
              <a:t>). Keeps things stable</a:t>
            </a:r>
            <a:endParaRPr lang="en-US" noProof="1"/>
          </a:p>
        </p:txBody>
      </p:sp>
      <p:sp>
        <p:nvSpPr>
          <p:cNvPr id="8" name="Text Placeholder 7">
            <a:extLst>
              <a:ext uri="{FF2B5EF4-FFF2-40B4-BE49-F238E27FC236}">
                <a16:creationId xmlns:a16="http://schemas.microsoft.com/office/drawing/2014/main" id="{A6214562-E07F-F124-2BB1-A0D2B7C16A23}"/>
              </a:ext>
            </a:extLst>
          </p:cNvPr>
          <p:cNvSpPr>
            <a:spLocks noGrp="1"/>
          </p:cNvSpPr>
          <p:nvPr>
            <p:ph type="body" sz="quarter" idx="23"/>
          </p:nvPr>
        </p:nvSpPr>
        <p:spPr>
          <a:xfrm>
            <a:off x="5873315" y="2867396"/>
            <a:ext cx="5433204" cy="365125"/>
          </a:xfrm>
        </p:spPr>
        <p:txBody>
          <a:bodyPr vert="horz" lIns="91440" tIns="45720" rIns="91440" bIns="45720" rtlCol="0" anchor="t">
            <a:noAutofit/>
          </a:bodyPr>
          <a:lstStyle/>
          <a:p>
            <a:r>
              <a:rPr lang="en-US" noProof="1"/>
              <a:t>Multi-head self attention</a:t>
            </a:r>
          </a:p>
        </p:txBody>
      </p:sp>
      <p:sp>
        <p:nvSpPr>
          <p:cNvPr id="9" name="Text Placeholder 8">
            <a:extLst>
              <a:ext uri="{FF2B5EF4-FFF2-40B4-BE49-F238E27FC236}">
                <a16:creationId xmlns:a16="http://schemas.microsoft.com/office/drawing/2014/main" id="{33E38D3E-6016-71E9-113F-D595A9B4D874}"/>
              </a:ext>
            </a:extLst>
          </p:cNvPr>
          <p:cNvSpPr>
            <a:spLocks noGrp="1"/>
          </p:cNvSpPr>
          <p:nvPr>
            <p:ph type="body" sz="quarter" idx="24"/>
          </p:nvPr>
        </p:nvSpPr>
        <p:spPr>
          <a:xfrm>
            <a:off x="5873315" y="3361896"/>
            <a:ext cx="5478825" cy="687226"/>
          </a:xfrm>
        </p:spPr>
        <p:txBody>
          <a:bodyPr>
            <a:normAutofit lnSpcReduction="10000"/>
          </a:bodyPr>
          <a:lstStyle/>
          <a:p>
            <a:r>
              <a:rPr lang="en-US" noProof="1"/>
              <a:t>Where the “learning occurs” during training. Or rather, where the model recognizes relationships between words. I do not understand the mathematics behind it.</a:t>
            </a:r>
          </a:p>
        </p:txBody>
      </p:sp>
      <p:sp>
        <p:nvSpPr>
          <p:cNvPr id="10" name="Text Placeholder 9">
            <a:extLst>
              <a:ext uri="{FF2B5EF4-FFF2-40B4-BE49-F238E27FC236}">
                <a16:creationId xmlns:a16="http://schemas.microsoft.com/office/drawing/2014/main" id="{99E4D69C-B547-F93C-FCFD-22C7900C8848}"/>
              </a:ext>
            </a:extLst>
          </p:cNvPr>
          <p:cNvSpPr>
            <a:spLocks noGrp="1"/>
          </p:cNvSpPr>
          <p:nvPr>
            <p:ph type="body" sz="quarter" idx="25"/>
          </p:nvPr>
        </p:nvSpPr>
        <p:spPr>
          <a:xfrm>
            <a:off x="5873315" y="4233473"/>
            <a:ext cx="5433204" cy="365125"/>
          </a:xfrm>
        </p:spPr>
        <p:txBody>
          <a:bodyPr vert="horz" lIns="91440" tIns="45720" rIns="91440" bIns="45720" rtlCol="0" anchor="t">
            <a:normAutofit lnSpcReduction="10000"/>
          </a:bodyPr>
          <a:lstStyle/>
          <a:p>
            <a:r>
              <a:rPr lang="en-US" noProof="1"/>
              <a:t>Residual connection</a:t>
            </a:r>
          </a:p>
        </p:txBody>
      </p:sp>
      <p:sp>
        <p:nvSpPr>
          <p:cNvPr id="5" name="Text Placeholder 4">
            <a:extLst>
              <a:ext uri="{FF2B5EF4-FFF2-40B4-BE49-F238E27FC236}">
                <a16:creationId xmlns:a16="http://schemas.microsoft.com/office/drawing/2014/main" id="{F0A25033-5DB8-5ED9-28F6-E69A05175922}"/>
              </a:ext>
            </a:extLst>
          </p:cNvPr>
          <p:cNvSpPr>
            <a:spLocks noGrp="1"/>
          </p:cNvSpPr>
          <p:nvPr>
            <p:ph type="body" sz="quarter" idx="26"/>
          </p:nvPr>
        </p:nvSpPr>
        <p:spPr>
          <a:xfrm>
            <a:off x="5920169" y="4598598"/>
            <a:ext cx="5431971" cy="557950"/>
          </a:xfrm>
        </p:spPr>
        <p:txBody>
          <a:bodyPr>
            <a:normAutofit/>
          </a:bodyPr>
          <a:lstStyle/>
          <a:p>
            <a:r>
              <a:rPr lang="en-US" noProof="1"/>
              <a:t>Adds the attention output back to the original input .This residual connection helps preserve original information.</a:t>
            </a:r>
          </a:p>
        </p:txBody>
      </p:sp>
      <p:sp>
        <p:nvSpPr>
          <p:cNvPr id="32" name="Date Placeholder 31">
            <a:extLst>
              <a:ext uri="{FF2B5EF4-FFF2-40B4-BE49-F238E27FC236}">
                <a16:creationId xmlns:a16="http://schemas.microsoft.com/office/drawing/2014/main" id="{6A61A669-00BF-7232-DB1C-026AB9637DF2}"/>
              </a:ext>
            </a:extLst>
          </p:cNvPr>
          <p:cNvSpPr>
            <a:spLocks noGrp="1"/>
          </p:cNvSpPr>
          <p:nvPr>
            <p:ph type="dt" sz="half" idx="20"/>
          </p:nvPr>
        </p:nvSpPr>
        <p:spPr>
          <a:xfrm>
            <a:off x="5919680" y="6356350"/>
            <a:ext cx="947516" cy="365125"/>
          </a:xfrm>
        </p:spPr>
        <p:txBody>
          <a:bodyPr/>
          <a:lstStyle/>
          <a:p>
            <a:r>
              <a:rPr lang="en-US" dirty="0"/>
              <a:t>20XX</a:t>
            </a:r>
          </a:p>
        </p:txBody>
      </p:sp>
      <p:sp>
        <p:nvSpPr>
          <p:cNvPr id="3" name="Footer Placeholder 2">
            <a:extLst>
              <a:ext uri="{FF2B5EF4-FFF2-40B4-BE49-F238E27FC236}">
                <a16:creationId xmlns:a16="http://schemas.microsoft.com/office/drawing/2014/main" id="{E861158B-0A36-FC01-DCD6-B6524765E9BB}"/>
              </a:ext>
            </a:extLst>
          </p:cNvPr>
          <p:cNvSpPr>
            <a:spLocks noGrp="1"/>
          </p:cNvSpPr>
          <p:nvPr>
            <p:ph type="ftr" sz="quarter" idx="21"/>
          </p:nvPr>
        </p:nvSpPr>
        <p:spPr>
          <a:xfrm>
            <a:off x="7161955" y="6356350"/>
            <a:ext cx="3243942"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83DAF495-8D65-5E27-E003-CEAD900E644D}"/>
              </a:ext>
            </a:extLst>
          </p:cNvPr>
          <p:cNvSpPr>
            <a:spLocks noGrp="1"/>
          </p:cNvSpPr>
          <p:nvPr>
            <p:ph type="sldNum" sz="quarter" idx="22"/>
          </p:nvPr>
        </p:nvSpPr>
        <p:spPr>
          <a:xfrm>
            <a:off x="10700656" y="6356350"/>
            <a:ext cx="653143" cy="365125"/>
          </a:xfrm>
        </p:spPr>
        <p:txBody>
          <a:bodyPr/>
          <a:lstStyle/>
          <a:p>
            <a:fld id="{19B51A1E-902D-48AF-9020-955120F399B6}" type="slidenum">
              <a:rPr lang="en-US" smtClean="0"/>
              <a:pPr/>
              <a:t>9</a:t>
            </a:fld>
            <a:endParaRPr lang="en-US" dirty="0"/>
          </a:p>
        </p:txBody>
      </p:sp>
      <p:sp>
        <p:nvSpPr>
          <p:cNvPr id="14" name="TextBox 13">
            <a:extLst>
              <a:ext uri="{FF2B5EF4-FFF2-40B4-BE49-F238E27FC236}">
                <a16:creationId xmlns:a16="http://schemas.microsoft.com/office/drawing/2014/main" id="{23E3054F-ED9C-1E86-FB03-F525201FA23E}"/>
              </a:ext>
            </a:extLst>
          </p:cNvPr>
          <p:cNvSpPr txBox="1"/>
          <p:nvPr/>
        </p:nvSpPr>
        <p:spPr>
          <a:xfrm>
            <a:off x="718457" y="1774371"/>
            <a:ext cx="3015343" cy="2308324"/>
          </a:xfrm>
          <a:prstGeom prst="rect">
            <a:avLst/>
          </a:prstGeom>
          <a:noFill/>
        </p:spPr>
        <p:txBody>
          <a:bodyPr wrap="square" rtlCol="0">
            <a:spAutoFit/>
          </a:bodyPr>
          <a:lstStyle/>
          <a:p>
            <a:pPr lvl="0" eaLnBrk="0" fontAlgn="base" hangingPunct="0">
              <a:spcBef>
                <a:spcPct val="0"/>
              </a:spcBef>
              <a:spcAft>
                <a:spcPct val="0"/>
              </a:spcAft>
            </a:pPr>
            <a:r>
              <a:rPr lang="en-US" altLang="en-US" dirty="0">
                <a:latin typeface="Arial" panose="020B0604020202020204" pitchFamily="34" charset="0"/>
              </a:rPr>
              <a:t>1. </a:t>
            </a:r>
            <a:r>
              <a:rPr lang="en-US" altLang="en-US" dirty="0" err="1">
                <a:latin typeface="Arial" panose="020B0604020202020204" pitchFamily="34" charset="0"/>
              </a:rPr>
              <a:t>LayerNorm</a:t>
            </a:r>
            <a:endParaRPr lang="en-US" altLang="en-US" dirty="0">
              <a:latin typeface="Arial" panose="020B0604020202020204" pitchFamily="34" charset="0"/>
            </a:endParaRPr>
          </a:p>
          <a:p>
            <a:pPr lvl="0" eaLnBrk="0" fontAlgn="base" hangingPunct="0">
              <a:spcBef>
                <a:spcPct val="0"/>
              </a:spcBef>
              <a:spcAft>
                <a:spcPct val="0"/>
              </a:spcAft>
            </a:pPr>
            <a:r>
              <a:rPr lang="en-US" altLang="en-US" dirty="0">
                <a:latin typeface="Arial" panose="020B0604020202020204" pitchFamily="34" charset="0"/>
              </a:rPr>
              <a:t>2. Multi-head self-attention</a:t>
            </a:r>
          </a:p>
          <a:p>
            <a:pPr lvl="0" eaLnBrk="0" fontAlgn="base" hangingPunct="0">
              <a:spcBef>
                <a:spcPct val="0"/>
              </a:spcBef>
              <a:spcAft>
                <a:spcPct val="0"/>
              </a:spcAft>
            </a:pPr>
            <a:r>
              <a:rPr lang="en-US" altLang="en-US" dirty="0">
                <a:latin typeface="Arial" panose="020B0604020202020204" pitchFamily="34" charset="0"/>
              </a:rPr>
              <a:t>3. Residual connection</a:t>
            </a:r>
          </a:p>
          <a:p>
            <a:pPr lvl="0" eaLnBrk="0" fontAlgn="base" hangingPunct="0">
              <a:spcBef>
                <a:spcPct val="0"/>
              </a:spcBef>
              <a:spcAft>
                <a:spcPct val="0"/>
              </a:spcAft>
            </a:pPr>
            <a:r>
              <a:rPr lang="en-US" altLang="en-US" dirty="0">
                <a:latin typeface="Arial" panose="020B0604020202020204" pitchFamily="34" charset="0"/>
              </a:rPr>
              <a:t>4. </a:t>
            </a:r>
            <a:r>
              <a:rPr lang="en-US" altLang="en-US" dirty="0" err="1">
                <a:latin typeface="Arial" panose="020B0604020202020204" pitchFamily="34" charset="0"/>
              </a:rPr>
              <a:t>LayerNorm</a:t>
            </a:r>
            <a:endParaRPr lang="en-US" altLang="en-US" dirty="0">
              <a:latin typeface="Arial" panose="020B0604020202020204" pitchFamily="34" charset="0"/>
            </a:endParaRPr>
          </a:p>
          <a:p>
            <a:pPr lvl="0" eaLnBrk="0" fontAlgn="base" hangingPunct="0">
              <a:spcBef>
                <a:spcPct val="0"/>
              </a:spcBef>
              <a:spcAft>
                <a:spcPct val="0"/>
              </a:spcAft>
            </a:pPr>
            <a:r>
              <a:rPr lang="en-US" altLang="en-US" dirty="0">
                <a:latin typeface="Arial" panose="020B0604020202020204" pitchFamily="34" charset="0"/>
              </a:rPr>
              <a:t>5.Feed-forward network</a:t>
            </a:r>
          </a:p>
          <a:p>
            <a:pPr lvl="0" eaLnBrk="0" fontAlgn="base" hangingPunct="0">
              <a:spcBef>
                <a:spcPct val="0"/>
              </a:spcBef>
              <a:spcAft>
                <a:spcPct val="0"/>
              </a:spcAft>
            </a:pPr>
            <a:r>
              <a:rPr lang="en-US" altLang="en-US" dirty="0">
                <a:latin typeface="Arial" panose="020B0604020202020204" pitchFamily="34" charset="0"/>
              </a:rPr>
              <a:t>6.Residual connection and output</a:t>
            </a:r>
          </a:p>
          <a:p>
            <a:endParaRPr lang="en-CA" dirty="0"/>
          </a:p>
        </p:txBody>
      </p:sp>
      <p:sp>
        <p:nvSpPr>
          <p:cNvPr id="19" name="Text Placeholder 9">
            <a:extLst>
              <a:ext uri="{FF2B5EF4-FFF2-40B4-BE49-F238E27FC236}">
                <a16:creationId xmlns:a16="http://schemas.microsoft.com/office/drawing/2014/main" id="{35768EB1-F934-1196-70EE-966F20226F91}"/>
              </a:ext>
            </a:extLst>
          </p:cNvPr>
          <p:cNvSpPr txBox="1">
            <a:spLocks/>
          </p:cNvSpPr>
          <p:nvPr/>
        </p:nvSpPr>
        <p:spPr>
          <a:xfrm>
            <a:off x="440111" y="4192225"/>
            <a:ext cx="5433204" cy="365125"/>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cap="all" spc="150" baseline="0" dirty="0">
                <a:solidFill>
                  <a:schemeClr val="tx1">
                    <a:lumMod val="75000"/>
                    <a:lumOff val="25000"/>
                  </a:schemeClr>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noProof="1"/>
              <a:t>Feed-forward network</a:t>
            </a:r>
          </a:p>
        </p:txBody>
      </p:sp>
      <p:sp>
        <p:nvSpPr>
          <p:cNvPr id="20" name="Text Placeholder 4">
            <a:extLst>
              <a:ext uri="{FF2B5EF4-FFF2-40B4-BE49-F238E27FC236}">
                <a16:creationId xmlns:a16="http://schemas.microsoft.com/office/drawing/2014/main" id="{78BE6A1B-9C95-5AF2-4A60-DB701605F778}"/>
              </a:ext>
            </a:extLst>
          </p:cNvPr>
          <p:cNvSpPr txBox="1">
            <a:spLocks/>
          </p:cNvSpPr>
          <p:nvPr/>
        </p:nvSpPr>
        <p:spPr>
          <a:xfrm>
            <a:off x="440111" y="4682596"/>
            <a:ext cx="5431971" cy="1108604"/>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Consists of multiple funcions. Mine is 2 linear layers and ReLu function. Similar purpose to the self attention, however self attention is more global (contextual meaning) and FFn is more local (individual meaning, fact). Do not fully understand this either.</a:t>
            </a:r>
          </a:p>
        </p:txBody>
      </p:sp>
    </p:spTree>
    <p:extLst>
      <p:ext uri="{BB962C8B-B14F-4D97-AF65-F5344CB8AC3E}">
        <p14:creationId xmlns:p14="http://schemas.microsoft.com/office/powerpoint/2010/main" val="4294628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2581842" y="433390"/>
            <a:ext cx="7345930" cy="365125"/>
          </a:xfrm>
        </p:spPr>
        <p:txBody>
          <a:bodyPr>
            <a:normAutofit fontScale="90000"/>
          </a:bodyPr>
          <a:lstStyle/>
          <a:p>
            <a:r>
              <a:rPr lang="en-US" dirty="0"/>
              <a:t>training</a:t>
            </a:r>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838200" y="2199482"/>
            <a:ext cx="2882475" cy="823912"/>
          </a:xfrm>
        </p:spPr>
        <p:txBody>
          <a:bodyPr/>
          <a:lstStyle/>
          <a:p>
            <a:r>
              <a:rPr lang="en-US" dirty="0"/>
              <a:t>Loss and optimization</a:t>
            </a:r>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sz="half" idx="2"/>
          </p:nvPr>
        </p:nvSpPr>
        <p:spPr>
          <a:xfrm>
            <a:off x="535533" y="3188892"/>
            <a:ext cx="2882475" cy="1997867"/>
          </a:xfrm>
        </p:spPr>
        <p:txBody>
          <a:bodyPr vert="horz" lIns="91440" tIns="45720" rIns="91440" bIns="45720" rtlCol="0" anchor="t">
            <a:normAutofit fontScale="92500" lnSpcReduction="10000"/>
          </a:bodyPr>
          <a:lstStyle/>
          <a:p>
            <a:r>
              <a:rPr lang="en-CA" dirty="0"/>
              <a:t>I use cross-entropy and </a:t>
            </a:r>
            <a:r>
              <a:rPr lang="en-CA" dirty="0" err="1"/>
              <a:t>AdamW</a:t>
            </a:r>
            <a:r>
              <a:rPr lang="en-CA" dirty="0"/>
              <a:t>. That was what was recommended to me. I used a scheduler as well.</a:t>
            </a:r>
          </a:p>
          <a:p>
            <a:r>
              <a:rPr lang="en-CA" dirty="0"/>
              <a:t>Optimizer: </a:t>
            </a:r>
            <a:r>
              <a:rPr lang="en-US" dirty="0"/>
              <a:t>adjusts a model's parameters (like weights and biases) to minimize its loss function.</a:t>
            </a:r>
          </a:p>
          <a:p>
            <a:r>
              <a:rPr lang="en-US" dirty="0"/>
              <a:t>Loss: how close</a:t>
            </a:r>
            <a:r>
              <a:rPr lang="en-CA" dirty="0"/>
              <a:t>/far</a:t>
            </a:r>
            <a:r>
              <a:rPr lang="en-US" dirty="0"/>
              <a:t> the model was to the target</a:t>
            </a:r>
            <a:endParaRPr lang="en-CA" dirty="0"/>
          </a:p>
          <a:p>
            <a:endParaRPr lang="en-US" noProof="1"/>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sz="quarter" idx="3"/>
          </p:nvPr>
        </p:nvSpPr>
        <p:spPr>
          <a:xfrm>
            <a:off x="3896550" y="1025527"/>
            <a:ext cx="2896671" cy="823912"/>
          </a:xfrm>
        </p:spPr>
        <p:txBody>
          <a:bodyPr/>
          <a:lstStyle/>
          <a:p>
            <a:r>
              <a:rPr lang="en-US" dirty="0" err="1"/>
              <a:t>Witihin</a:t>
            </a:r>
            <a:r>
              <a:rPr lang="en-US" dirty="0"/>
              <a:t> an Epoch for each batch</a:t>
            </a:r>
          </a:p>
        </p:txBody>
      </p:sp>
      <p:sp>
        <p:nvSpPr>
          <p:cNvPr id="3" name="Text Placeholder 2">
            <a:extLst>
              <a:ext uri="{FF2B5EF4-FFF2-40B4-BE49-F238E27FC236}">
                <a16:creationId xmlns:a16="http://schemas.microsoft.com/office/drawing/2014/main" id="{D5E1C399-8F48-44F5-9461-3C89866D4CE1}"/>
              </a:ext>
            </a:extLst>
          </p:cNvPr>
          <p:cNvSpPr>
            <a:spLocks noGrp="1"/>
          </p:cNvSpPr>
          <p:nvPr>
            <p:ph sz="quarter" idx="4"/>
          </p:nvPr>
        </p:nvSpPr>
        <p:spPr>
          <a:xfrm>
            <a:off x="3896551" y="2199482"/>
            <a:ext cx="3647786" cy="3632991"/>
          </a:xfrm>
        </p:spPr>
        <p:txBody>
          <a:bodyPr>
            <a:normAutofit fontScale="92500" lnSpcReduction="20000"/>
          </a:bodyPr>
          <a:lstStyle/>
          <a:p>
            <a:r>
              <a:rPr lang="en-US" dirty="0" err="1"/>
              <a:t>Dataloader</a:t>
            </a:r>
            <a:r>
              <a:rPr lang="en-US" dirty="0"/>
              <a:t> -&gt; to load input ids and targets</a:t>
            </a:r>
          </a:p>
          <a:p>
            <a:r>
              <a:rPr lang="en-US" dirty="0"/>
              <a:t>Forward pass:</a:t>
            </a:r>
          </a:p>
          <a:p>
            <a:r>
              <a:rPr lang="en-US" dirty="0"/>
              <a:t>-&gt; gets the model predictions from the architecture prev. described</a:t>
            </a:r>
          </a:p>
          <a:p>
            <a:r>
              <a:rPr lang="en-US" dirty="0"/>
              <a:t>-&gt; Calculates loss from the original predictions (logits) and the targets.</a:t>
            </a:r>
          </a:p>
          <a:p>
            <a:r>
              <a:rPr lang="en-US" dirty="0"/>
              <a:t>Backward pass: </a:t>
            </a:r>
          </a:p>
          <a:p>
            <a:r>
              <a:rPr lang="en-US" dirty="0"/>
              <a:t>-&gt;Zero the optimizer gradients for this new batch</a:t>
            </a:r>
          </a:p>
          <a:p>
            <a:r>
              <a:rPr lang="en-US" dirty="0"/>
              <a:t>-&gt; Backpropagation: uses the chain rule of calculus (gradient) to determine how much each parameter in the neural network contributed to that loss.</a:t>
            </a:r>
          </a:p>
          <a:p>
            <a:r>
              <a:rPr lang="en-US" dirty="0"/>
              <a:t>-&gt;Step the optimizer: updates parameters based on the loss gradient from backpropagation.</a:t>
            </a:r>
          </a:p>
          <a:p>
            <a:endParaRPr lang="en-US" dirty="0"/>
          </a:p>
          <a:p>
            <a:endParaRPr lang="en-US" dirty="0"/>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3"/>
          </p:nvPr>
        </p:nvSpPr>
        <p:spPr>
          <a:xfrm>
            <a:off x="8066421" y="2776936"/>
            <a:ext cx="2882475" cy="823912"/>
          </a:xfrm>
        </p:spPr>
        <p:txBody>
          <a:bodyPr vert="horz" lIns="91440" tIns="45720" rIns="91440" bIns="45720" rtlCol="0" anchor="b">
            <a:normAutofit/>
          </a:bodyPr>
          <a:lstStyle/>
          <a:p>
            <a:r>
              <a:rPr lang="en-US" dirty="0"/>
              <a:t>Forward vs. backward</a:t>
            </a:r>
          </a:p>
        </p:txBody>
      </p:sp>
      <p:sp>
        <p:nvSpPr>
          <p:cNvPr id="8" name="Text Placeholder 7">
            <a:extLst>
              <a:ext uri="{FF2B5EF4-FFF2-40B4-BE49-F238E27FC236}">
                <a16:creationId xmlns:a16="http://schemas.microsoft.com/office/drawing/2014/main" id="{E92B9716-8D44-4864-8986-720957B34362}"/>
              </a:ext>
            </a:extLst>
          </p:cNvPr>
          <p:cNvSpPr>
            <a:spLocks noGrp="1"/>
          </p:cNvSpPr>
          <p:nvPr>
            <p:ph sz="half" idx="14"/>
          </p:nvPr>
        </p:nvSpPr>
        <p:spPr>
          <a:xfrm>
            <a:off x="8066421" y="3834606"/>
            <a:ext cx="2882475" cy="1997867"/>
          </a:xfrm>
        </p:spPr>
        <p:txBody>
          <a:bodyPr/>
          <a:lstStyle/>
          <a:p>
            <a:r>
              <a:rPr lang="en-US" noProof="1"/>
              <a:t>In the forward pass, our model attempts a prediction,</a:t>
            </a:r>
          </a:p>
          <a:p>
            <a:r>
              <a:rPr lang="en-US" noProof="1"/>
              <a:t>In the backward pass, we learn from our attempt.</a:t>
            </a:r>
          </a:p>
          <a:p>
            <a:r>
              <a:rPr lang="en-US" noProof="1"/>
              <a:t>Will repeat this process for each batch of data, with multiple batches per epoch.</a:t>
            </a:r>
            <a:endParaRPr lang="en-US" dirty="0"/>
          </a:p>
          <a:p>
            <a:endParaRPr lang="en-US" dirty="0"/>
          </a:p>
        </p:txBody>
      </p:sp>
      <p:sp>
        <p:nvSpPr>
          <p:cNvPr id="9" name="Date Placeholder 8">
            <a:extLst>
              <a:ext uri="{FF2B5EF4-FFF2-40B4-BE49-F238E27FC236}">
                <a16:creationId xmlns:a16="http://schemas.microsoft.com/office/drawing/2014/main" id="{7B78F7A0-88C5-4940-B21C-099F472F39F9}"/>
              </a:ext>
            </a:extLst>
          </p:cNvPr>
          <p:cNvSpPr>
            <a:spLocks noGrp="1"/>
          </p:cNvSpPr>
          <p:nvPr>
            <p:ph type="dt" sz="half" idx="10"/>
          </p:nvPr>
        </p:nvSpPr>
        <p:spPr>
          <a:xfrm>
            <a:off x="838200" y="6356350"/>
            <a:ext cx="2743200" cy="365125"/>
          </a:xfrm>
        </p:spPr>
        <p:txBody>
          <a:bodyPr/>
          <a:lstStyle/>
          <a:p>
            <a:r>
              <a:rPr lang="en-US" dirty="0"/>
              <a:t>20XX</a:t>
            </a:r>
          </a:p>
        </p:txBody>
      </p:sp>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2121178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4B0C6E8-136E-C846-38C3-7AB61DBA4676}"/>
              </a:ext>
            </a:extLst>
          </p:cNvPr>
          <p:cNvSpPr>
            <a:spLocks noGrp="1"/>
          </p:cNvSpPr>
          <p:nvPr>
            <p:ph type="title"/>
          </p:nvPr>
        </p:nvSpPr>
        <p:spPr>
          <a:xfrm>
            <a:off x="838200" y="365125"/>
            <a:ext cx="10515600" cy="1325563"/>
          </a:xfrm>
        </p:spPr>
        <p:txBody>
          <a:bodyPr/>
          <a:lstStyle/>
          <a:p>
            <a:r>
              <a:rPr lang="en-US" dirty="0"/>
              <a:t>Training Log</a:t>
            </a:r>
          </a:p>
        </p:txBody>
      </p:sp>
      <p:sp>
        <p:nvSpPr>
          <p:cNvPr id="10" name="Date Placeholder 2">
            <a:extLst>
              <a:ext uri="{FF2B5EF4-FFF2-40B4-BE49-F238E27FC236}">
                <a16:creationId xmlns:a16="http://schemas.microsoft.com/office/drawing/2014/main" id="{0402F5C1-1CAD-3348-55D1-02434C226766}"/>
              </a:ext>
            </a:extLst>
          </p:cNvPr>
          <p:cNvSpPr>
            <a:spLocks noGrp="1"/>
          </p:cNvSpPr>
          <p:nvPr>
            <p:ph type="dt" sz="half" idx="10"/>
          </p:nvPr>
        </p:nvSpPr>
        <p:spPr>
          <a:xfrm>
            <a:off x="838200" y="6356350"/>
            <a:ext cx="2743200" cy="365125"/>
          </a:xfrm>
        </p:spPr>
        <p:txBody>
          <a:bodyPr/>
          <a:lstStyle/>
          <a:p>
            <a:pPr>
              <a:spcAft>
                <a:spcPts val="600"/>
              </a:spcAft>
            </a:pPr>
            <a:r>
              <a:rPr lang="en-US"/>
              <a:t>20XX</a:t>
            </a:r>
          </a:p>
        </p:txBody>
      </p:sp>
      <p:sp>
        <p:nvSpPr>
          <p:cNvPr id="12" name="Footer Placeholder 3">
            <a:extLst>
              <a:ext uri="{FF2B5EF4-FFF2-40B4-BE49-F238E27FC236}">
                <a16:creationId xmlns:a16="http://schemas.microsoft.com/office/drawing/2014/main" id="{E0B899D5-D344-0185-AAA5-578D7592DBC3}"/>
              </a:ext>
            </a:extLst>
          </p:cNvPr>
          <p:cNvSpPr>
            <a:spLocks noGrp="1"/>
          </p:cNvSpPr>
          <p:nvPr>
            <p:ph type="ftr" sz="quarter" idx="11"/>
          </p:nvPr>
        </p:nvSpPr>
        <p:spPr>
          <a:xfrm>
            <a:off x="4038600" y="6356350"/>
            <a:ext cx="4114800" cy="365125"/>
          </a:xfrm>
        </p:spPr>
        <p:txBody>
          <a:bodyPr/>
          <a:lstStyle/>
          <a:p>
            <a:pPr>
              <a:spcAft>
                <a:spcPts val="600"/>
              </a:spcAft>
            </a:pPr>
            <a:r>
              <a:rPr lang="en-US"/>
              <a:t>Pitch Deck</a:t>
            </a:r>
          </a:p>
        </p:txBody>
      </p:sp>
      <p:sp>
        <p:nvSpPr>
          <p:cNvPr id="14" name="Slide Number Placeholder 4">
            <a:extLst>
              <a:ext uri="{FF2B5EF4-FFF2-40B4-BE49-F238E27FC236}">
                <a16:creationId xmlns:a16="http://schemas.microsoft.com/office/drawing/2014/main" id="{567B0E39-A6A7-DF2F-EF8E-B0A9CAA5EF24}"/>
              </a:ext>
            </a:extLst>
          </p:cNvPr>
          <p:cNvSpPr>
            <a:spLocks noGrp="1"/>
          </p:cNvSpPr>
          <p:nvPr>
            <p:ph type="sldNum" sz="quarter" idx="12"/>
          </p:nvPr>
        </p:nvSpPr>
        <p:spPr>
          <a:xfrm>
            <a:off x="8610600" y="6356350"/>
            <a:ext cx="2743200" cy="365125"/>
          </a:xfrm>
        </p:spPr>
        <p:txBody>
          <a:bodyPr/>
          <a:lstStyle/>
          <a:p>
            <a:pPr>
              <a:spcAft>
                <a:spcPts val="600"/>
              </a:spcAft>
            </a:pPr>
            <a:fld id="{B5CEABB6-07DC-46E8-9B57-56EC44A396E5}" type="slidenum">
              <a:rPr lang="en-US" smtClean="0"/>
              <a:pPr>
                <a:spcAft>
                  <a:spcPts val="600"/>
                </a:spcAft>
              </a:pPr>
              <a:t>11</a:t>
            </a:fld>
            <a:endParaRPr lang="en-US"/>
          </a:p>
        </p:txBody>
      </p:sp>
      <p:pic>
        <p:nvPicPr>
          <p:cNvPr id="3" name="Picture 2">
            <a:extLst>
              <a:ext uri="{FF2B5EF4-FFF2-40B4-BE49-F238E27FC236}">
                <a16:creationId xmlns:a16="http://schemas.microsoft.com/office/drawing/2014/main" id="{D45415C9-A24A-9AE2-2C75-03EB02253830}"/>
              </a:ext>
            </a:extLst>
          </p:cNvPr>
          <p:cNvPicPr>
            <a:picLocks noChangeAspect="1"/>
          </p:cNvPicPr>
          <p:nvPr/>
        </p:nvPicPr>
        <p:blipFill>
          <a:blip r:embed="rId2"/>
          <a:stretch>
            <a:fillRect/>
          </a:stretch>
        </p:blipFill>
        <p:spPr>
          <a:xfrm>
            <a:off x="1441617" y="1344058"/>
            <a:ext cx="8660849" cy="4915032"/>
          </a:xfrm>
          <a:prstGeom prst="rect">
            <a:avLst/>
          </a:prstGeom>
          <a:noFill/>
        </p:spPr>
      </p:pic>
    </p:spTree>
    <p:extLst>
      <p:ext uri="{BB962C8B-B14F-4D97-AF65-F5344CB8AC3E}">
        <p14:creationId xmlns:p14="http://schemas.microsoft.com/office/powerpoint/2010/main" val="3154638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5AFE3F0-CB98-0931-A0FC-89ABC95829B2}"/>
              </a:ext>
            </a:extLst>
          </p:cNvPr>
          <p:cNvSpPr>
            <a:spLocks noGrp="1"/>
          </p:cNvSpPr>
          <p:nvPr>
            <p:ph type="title"/>
          </p:nvPr>
        </p:nvSpPr>
        <p:spPr>
          <a:xfrm>
            <a:off x="838200" y="365125"/>
            <a:ext cx="10515600" cy="1325563"/>
          </a:xfrm>
        </p:spPr>
        <p:txBody>
          <a:bodyPr/>
          <a:lstStyle/>
          <a:p>
            <a:r>
              <a:rPr lang="en-US" dirty="0"/>
              <a:t>Loss curve</a:t>
            </a:r>
          </a:p>
        </p:txBody>
      </p:sp>
      <p:sp>
        <p:nvSpPr>
          <p:cNvPr id="10" name="Date Placeholder 2">
            <a:extLst>
              <a:ext uri="{FF2B5EF4-FFF2-40B4-BE49-F238E27FC236}">
                <a16:creationId xmlns:a16="http://schemas.microsoft.com/office/drawing/2014/main" id="{BF729AFA-5DAC-9F1D-1370-053130D17231}"/>
              </a:ext>
            </a:extLst>
          </p:cNvPr>
          <p:cNvSpPr>
            <a:spLocks noGrp="1"/>
          </p:cNvSpPr>
          <p:nvPr>
            <p:ph type="dt" sz="half" idx="10"/>
          </p:nvPr>
        </p:nvSpPr>
        <p:spPr>
          <a:xfrm>
            <a:off x="838200" y="6356350"/>
            <a:ext cx="2743200" cy="365125"/>
          </a:xfrm>
        </p:spPr>
        <p:txBody>
          <a:bodyPr/>
          <a:lstStyle/>
          <a:p>
            <a:pPr>
              <a:spcAft>
                <a:spcPts val="600"/>
              </a:spcAft>
            </a:pPr>
            <a:r>
              <a:rPr lang="en-US"/>
              <a:t>20XX</a:t>
            </a:r>
          </a:p>
        </p:txBody>
      </p:sp>
      <p:sp>
        <p:nvSpPr>
          <p:cNvPr id="12" name="Footer Placeholder 3">
            <a:extLst>
              <a:ext uri="{FF2B5EF4-FFF2-40B4-BE49-F238E27FC236}">
                <a16:creationId xmlns:a16="http://schemas.microsoft.com/office/drawing/2014/main" id="{D89FE575-BBEB-A122-685E-62FB2AF311D2}"/>
              </a:ext>
            </a:extLst>
          </p:cNvPr>
          <p:cNvSpPr>
            <a:spLocks noGrp="1"/>
          </p:cNvSpPr>
          <p:nvPr>
            <p:ph type="ftr" sz="quarter" idx="11"/>
          </p:nvPr>
        </p:nvSpPr>
        <p:spPr>
          <a:xfrm>
            <a:off x="4038600" y="6356350"/>
            <a:ext cx="4114800" cy="365125"/>
          </a:xfrm>
        </p:spPr>
        <p:txBody>
          <a:bodyPr/>
          <a:lstStyle/>
          <a:p>
            <a:pPr>
              <a:spcAft>
                <a:spcPts val="600"/>
              </a:spcAft>
            </a:pPr>
            <a:r>
              <a:rPr lang="en-US"/>
              <a:t>Pitch Deck</a:t>
            </a:r>
          </a:p>
        </p:txBody>
      </p:sp>
      <p:sp>
        <p:nvSpPr>
          <p:cNvPr id="14" name="Slide Number Placeholder 4">
            <a:extLst>
              <a:ext uri="{FF2B5EF4-FFF2-40B4-BE49-F238E27FC236}">
                <a16:creationId xmlns:a16="http://schemas.microsoft.com/office/drawing/2014/main" id="{865225A6-E58E-EAC3-42D3-16A951EA21DF}"/>
              </a:ext>
            </a:extLst>
          </p:cNvPr>
          <p:cNvSpPr>
            <a:spLocks noGrp="1"/>
          </p:cNvSpPr>
          <p:nvPr>
            <p:ph type="sldNum" sz="quarter" idx="12"/>
          </p:nvPr>
        </p:nvSpPr>
        <p:spPr>
          <a:xfrm>
            <a:off x="8610600" y="6356350"/>
            <a:ext cx="2743200" cy="365125"/>
          </a:xfrm>
        </p:spPr>
        <p:txBody>
          <a:bodyPr/>
          <a:lstStyle/>
          <a:p>
            <a:pPr>
              <a:spcAft>
                <a:spcPts val="600"/>
              </a:spcAft>
            </a:pPr>
            <a:fld id="{B5CEABB6-07DC-46E8-9B57-56EC44A396E5}" type="slidenum">
              <a:rPr lang="en-US" smtClean="0"/>
              <a:pPr>
                <a:spcAft>
                  <a:spcPts val="600"/>
                </a:spcAft>
              </a:pPr>
              <a:t>12</a:t>
            </a:fld>
            <a:endParaRPr lang="en-US"/>
          </a:p>
        </p:txBody>
      </p:sp>
      <p:pic>
        <p:nvPicPr>
          <p:cNvPr id="3" name="Picture 2">
            <a:extLst>
              <a:ext uri="{FF2B5EF4-FFF2-40B4-BE49-F238E27FC236}">
                <a16:creationId xmlns:a16="http://schemas.microsoft.com/office/drawing/2014/main" id="{39EB8588-7979-C360-CEA0-4C9227AE5916}"/>
              </a:ext>
            </a:extLst>
          </p:cNvPr>
          <p:cNvPicPr>
            <a:picLocks noChangeAspect="1"/>
          </p:cNvPicPr>
          <p:nvPr/>
        </p:nvPicPr>
        <p:blipFill>
          <a:blip r:embed="rId3"/>
          <a:stretch>
            <a:fillRect/>
          </a:stretch>
        </p:blipFill>
        <p:spPr>
          <a:xfrm>
            <a:off x="2663991" y="1266940"/>
            <a:ext cx="6590178" cy="4942634"/>
          </a:xfrm>
          <a:prstGeom prst="rect">
            <a:avLst/>
          </a:prstGeom>
          <a:noFill/>
        </p:spPr>
      </p:pic>
    </p:spTree>
    <p:extLst>
      <p:ext uri="{BB962C8B-B14F-4D97-AF65-F5344CB8AC3E}">
        <p14:creationId xmlns:p14="http://schemas.microsoft.com/office/powerpoint/2010/main" val="881485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cap="all" spc="150" baseline="0" dirty="0">
                <a:latin typeface="+mj-lt"/>
                <a:ea typeface="+mj-ea"/>
                <a:cs typeface="+mj-cs"/>
              </a:rPr>
              <a:t>Inference</a:t>
            </a:r>
          </a:p>
        </p:txBody>
      </p:sp>
      <p:sp>
        <p:nvSpPr>
          <p:cNvPr id="12" name="Date Placeholder 11">
            <a:extLst>
              <a:ext uri="{FF2B5EF4-FFF2-40B4-BE49-F238E27FC236}">
                <a16:creationId xmlns:a16="http://schemas.microsoft.com/office/drawing/2014/main" id="{5909F2DC-F097-42AB-88E7-0CA09BD5E2C2}"/>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r>
              <a:rPr lang="en-US" kern="1200">
                <a:latin typeface="+mn-lt"/>
                <a:ea typeface="+mn-ea"/>
                <a:cs typeface="+mn-cs"/>
              </a:rPr>
              <a:t>20XX</a:t>
            </a:r>
          </a:p>
        </p:txBody>
      </p:sp>
      <p:sp>
        <p:nvSpPr>
          <p:cNvPr id="13" name="Footer Placeholder 12">
            <a:extLst>
              <a:ext uri="{FF2B5EF4-FFF2-40B4-BE49-F238E27FC236}">
                <a16:creationId xmlns:a16="http://schemas.microsoft.com/office/drawing/2014/main" id="{F4A37AA9-0BEE-42AC-8CC0-AE5B8663553A}"/>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latin typeface="+mn-lt"/>
                <a:ea typeface="+mn-ea"/>
                <a:cs typeface="+mn-cs"/>
              </a:rPr>
              <a:t>Pitch Deck</a:t>
            </a:r>
          </a:p>
        </p:txBody>
      </p:sp>
      <p:sp>
        <p:nvSpPr>
          <p:cNvPr id="14" name="Slide Number Placeholder 13">
            <a:extLst>
              <a:ext uri="{FF2B5EF4-FFF2-40B4-BE49-F238E27FC236}">
                <a16:creationId xmlns:a16="http://schemas.microsoft.com/office/drawing/2014/main" id="{42152A75-1CD2-44EC-9374-C83D4604A5D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5CEABB6-07DC-46E8-9B57-56EC44A396E5}" type="slidenum">
              <a:rPr lang="en-US" smtClean="0"/>
              <a:pPr>
                <a:spcAft>
                  <a:spcPts val="600"/>
                </a:spcAft>
              </a:pPr>
              <a:t>13</a:t>
            </a:fld>
            <a:endParaRPr lang="en-US"/>
          </a:p>
        </p:txBody>
      </p:sp>
      <p:sp>
        <p:nvSpPr>
          <p:cNvPr id="2" name="TextBox 1">
            <a:extLst>
              <a:ext uri="{FF2B5EF4-FFF2-40B4-BE49-F238E27FC236}">
                <a16:creationId xmlns:a16="http://schemas.microsoft.com/office/drawing/2014/main" id="{41D73AC9-77C1-F41C-EFDA-A55CF49D23B5}"/>
              </a:ext>
            </a:extLst>
          </p:cNvPr>
          <p:cNvSpPr txBox="1"/>
          <p:nvPr/>
        </p:nvSpPr>
        <p:spPr>
          <a:xfrm>
            <a:off x="838199" y="2136775"/>
            <a:ext cx="10515599" cy="3697288"/>
          </a:xfrm>
          <a:prstGeom prst="rect">
            <a:avLst/>
          </a:prstGeom>
        </p:spPr>
        <p:txBody>
          <a:bodyPr vert="horz" lIns="91440" tIns="45720" rIns="91440" bIns="45720" rtlCol="0">
            <a:normAutofit/>
          </a:bodyPr>
          <a:lstStyle/>
          <a:p>
            <a:pPr marL="228600" indent="-228600">
              <a:lnSpc>
                <a:spcPct val="90000"/>
              </a:lnSpc>
              <a:spcBef>
                <a:spcPts val="1000"/>
              </a:spcBef>
              <a:buFont typeface="Arial" panose="020B0604020202020204" pitchFamily="34" charset="0"/>
              <a:buChar char="•"/>
            </a:pPr>
            <a:r>
              <a:rPr lang="en-US" sz="1500" dirty="0">
                <a:solidFill>
                  <a:schemeClr val="tx1">
                    <a:lumMod val="75000"/>
                    <a:lumOff val="25000"/>
                  </a:schemeClr>
                </a:solidFill>
              </a:rPr>
              <a:t>Similar to training, except instead of learning from our predictions and updating weights, we simply choose the best prediction.</a:t>
            </a:r>
          </a:p>
          <a:p>
            <a:pPr marL="228600" indent="-228600">
              <a:lnSpc>
                <a:spcPct val="90000"/>
              </a:lnSpc>
              <a:spcBef>
                <a:spcPts val="1000"/>
              </a:spcBef>
              <a:buFont typeface="Arial" panose="020B0604020202020204" pitchFamily="34" charset="0"/>
              <a:buChar char="•"/>
            </a:pPr>
            <a:endParaRPr lang="en-US" sz="1500" dirty="0">
              <a:solidFill>
                <a:schemeClr val="tx1">
                  <a:lumMod val="75000"/>
                  <a:lumOff val="25000"/>
                </a:schemeClr>
              </a:solidFill>
            </a:endParaRPr>
          </a:p>
          <a:p>
            <a:pPr marL="228600" indent="-228600">
              <a:lnSpc>
                <a:spcPct val="90000"/>
              </a:lnSpc>
              <a:spcBef>
                <a:spcPts val="1000"/>
              </a:spcBef>
              <a:buFont typeface="Arial" panose="020B0604020202020204" pitchFamily="34" charset="0"/>
              <a:buChar char="•"/>
            </a:pPr>
            <a:r>
              <a:rPr lang="en-US" sz="1500" dirty="0">
                <a:solidFill>
                  <a:schemeClr val="tx1">
                    <a:lumMod val="75000"/>
                    <a:lumOff val="25000"/>
                  </a:schemeClr>
                </a:solidFill>
              </a:rPr>
              <a:t>Do a forward pass, extract the logits (predictions) for the last token.</a:t>
            </a:r>
          </a:p>
          <a:p>
            <a:pPr marL="228600" indent="-228600">
              <a:lnSpc>
                <a:spcPct val="90000"/>
              </a:lnSpc>
              <a:spcBef>
                <a:spcPts val="1000"/>
              </a:spcBef>
              <a:buFont typeface="Arial" panose="020B0604020202020204" pitchFamily="34" charset="0"/>
              <a:buChar char="•"/>
            </a:pPr>
            <a:r>
              <a:rPr lang="en-US" sz="1500" dirty="0" err="1">
                <a:solidFill>
                  <a:schemeClr val="tx1">
                    <a:lumMod val="75000"/>
                    <a:lumOff val="25000"/>
                  </a:schemeClr>
                </a:solidFill>
              </a:rPr>
              <a:t>Softmax</a:t>
            </a:r>
            <a:r>
              <a:rPr lang="en-US" sz="1500" dirty="0">
                <a:solidFill>
                  <a:schemeClr val="tx1">
                    <a:lumMod val="75000"/>
                    <a:lumOff val="25000"/>
                  </a:schemeClr>
                </a:solidFill>
              </a:rPr>
              <a:t> function to convert logits into a probability distribution</a:t>
            </a:r>
          </a:p>
          <a:p>
            <a:pPr marL="228600" indent="-228600">
              <a:lnSpc>
                <a:spcPct val="90000"/>
              </a:lnSpc>
              <a:spcBef>
                <a:spcPts val="1000"/>
              </a:spcBef>
              <a:buFont typeface="Arial" panose="020B0604020202020204" pitchFamily="34" charset="0"/>
              <a:buChar char="•"/>
            </a:pPr>
            <a:r>
              <a:rPr lang="en-US" sz="1500" dirty="0">
                <a:solidFill>
                  <a:schemeClr val="tx1">
                    <a:lumMod val="75000"/>
                    <a:lumOff val="25000"/>
                  </a:schemeClr>
                </a:solidFill>
              </a:rPr>
              <a:t>Multinomial to choose one.</a:t>
            </a:r>
          </a:p>
          <a:p>
            <a:pPr marL="228600" indent="-228600">
              <a:lnSpc>
                <a:spcPct val="90000"/>
              </a:lnSpc>
              <a:spcBef>
                <a:spcPts val="1000"/>
              </a:spcBef>
              <a:buFont typeface="Arial" panose="020B0604020202020204" pitchFamily="34" charset="0"/>
              <a:buChar char="•"/>
            </a:pPr>
            <a:endParaRPr lang="en-US" sz="1500" dirty="0">
              <a:solidFill>
                <a:schemeClr val="tx1">
                  <a:lumMod val="75000"/>
                  <a:lumOff val="25000"/>
                </a:schemeClr>
              </a:solidFill>
            </a:endParaRPr>
          </a:p>
          <a:p>
            <a:pPr marL="228600" indent="-228600">
              <a:lnSpc>
                <a:spcPct val="90000"/>
              </a:lnSpc>
              <a:spcBef>
                <a:spcPts val="1000"/>
              </a:spcBef>
              <a:buFont typeface="Arial" panose="020B0604020202020204" pitchFamily="34" charset="0"/>
              <a:buChar char="•"/>
            </a:pPr>
            <a:r>
              <a:rPr lang="en-US" sz="1500" dirty="0">
                <a:solidFill>
                  <a:schemeClr val="tx1">
                    <a:lumMod val="75000"/>
                    <a:lumOff val="25000"/>
                  </a:schemeClr>
                </a:solidFill>
              </a:rPr>
              <a:t>NB: </a:t>
            </a:r>
            <a:r>
              <a:rPr lang="en-US" sz="1500" dirty="0" err="1">
                <a:solidFill>
                  <a:schemeClr val="tx1">
                    <a:lumMod val="75000"/>
                    <a:lumOff val="25000"/>
                  </a:schemeClr>
                </a:solidFill>
              </a:rPr>
              <a:t>logits.shape</a:t>
            </a:r>
            <a:r>
              <a:rPr lang="en-US" sz="1500" dirty="0">
                <a:solidFill>
                  <a:schemeClr val="tx1">
                    <a:lumMod val="75000"/>
                    <a:lumOff val="25000"/>
                  </a:schemeClr>
                </a:solidFill>
              </a:rPr>
              <a:t> -&gt; (</a:t>
            </a:r>
            <a:r>
              <a:rPr lang="en-US" sz="1500" dirty="0" err="1">
                <a:solidFill>
                  <a:schemeClr val="tx1">
                    <a:lumMod val="75000"/>
                    <a:lumOff val="25000"/>
                  </a:schemeClr>
                </a:solidFill>
              </a:rPr>
              <a:t>batch_size</a:t>
            </a:r>
            <a:r>
              <a:rPr lang="en-US" sz="1500" dirty="0">
                <a:solidFill>
                  <a:schemeClr val="tx1">
                    <a:lumMod val="75000"/>
                    <a:lumOff val="25000"/>
                  </a:schemeClr>
                </a:solidFill>
              </a:rPr>
              <a:t>, </a:t>
            </a:r>
            <a:r>
              <a:rPr lang="en-US" sz="1500" dirty="0" err="1">
                <a:solidFill>
                  <a:schemeClr val="tx1">
                    <a:lumMod val="75000"/>
                    <a:lumOff val="25000"/>
                  </a:schemeClr>
                </a:solidFill>
              </a:rPr>
              <a:t>sequence_length</a:t>
            </a:r>
            <a:r>
              <a:rPr lang="en-US" sz="1500" dirty="0">
                <a:solidFill>
                  <a:schemeClr val="tx1">
                    <a:lumMod val="75000"/>
                    <a:lumOff val="25000"/>
                  </a:schemeClr>
                </a:solidFill>
              </a:rPr>
              <a:t>, </a:t>
            </a:r>
            <a:r>
              <a:rPr lang="en-US" sz="1500" dirty="0" err="1">
                <a:solidFill>
                  <a:schemeClr val="tx1">
                    <a:lumMod val="75000"/>
                    <a:lumOff val="25000"/>
                  </a:schemeClr>
                </a:solidFill>
              </a:rPr>
              <a:t>vocab_size</a:t>
            </a:r>
            <a:r>
              <a:rPr lang="en-US" sz="1500" dirty="0">
                <a:solidFill>
                  <a:schemeClr val="tx1">
                    <a:lumMod val="75000"/>
                    <a:lumOff val="25000"/>
                  </a:schemeClr>
                </a:solidFill>
              </a:rPr>
              <a:t>).</a:t>
            </a:r>
          </a:p>
          <a:p>
            <a:pPr marL="228600" indent="-228600">
              <a:lnSpc>
                <a:spcPct val="90000"/>
              </a:lnSpc>
              <a:spcBef>
                <a:spcPts val="1000"/>
              </a:spcBef>
              <a:buFont typeface="Arial" panose="020B0604020202020204" pitchFamily="34" charset="0"/>
              <a:buChar char="•"/>
            </a:pPr>
            <a:endParaRPr lang="en-US" sz="1500" dirty="0">
              <a:solidFill>
                <a:schemeClr val="tx1">
                  <a:lumMod val="75000"/>
                  <a:lumOff val="25000"/>
                </a:schemeClr>
              </a:solidFill>
            </a:endParaRPr>
          </a:p>
          <a:p>
            <a:pPr marL="228600" indent="-228600">
              <a:lnSpc>
                <a:spcPct val="90000"/>
              </a:lnSpc>
              <a:spcBef>
                <a:spcPts val="1000"/>
              </a:spcBef>
              <a:buFont typeface="Arial" panose="020B0604020202020204" pitchFamily="34" charset="0"/>
              <a:buChar char="•"/>
            </a:pPr>
            <a:r>
              <a:rPr lang="en-US" sz="1500" dirty="0">
                <a:solidFill>
                  <a:schemeClr val="tx1">
                    <a:lumMod val="75000"/>
                    <a:lumOff val="25000"/>
                  </a:schemeClr>
                </a:solidFill>
              </a:rPr>
              <a:t>Therefore each token id (in the sequence length) has an associated vector (</a:t>
            </a:r>
            <a:r>
              <a:rPr lang="en-US" sz="1500" dirty="0" err="1">
                <a:solidFill>
                  <a:schemeClr val="tx1">
                    <a:lumMod val="75000"/>
                    <a:lumOff val="25000"/>
                  </a:schemeClr>
                </a:solidFill>
              </a:rPr>
              <a:t>vocab_size</a:t>
            </a:r>
            <a:r>
              <a:rPr lang="en-US" sz="1500" dirty="0">
                <a:solidFill>
                  <a:schemeClr val="tx1">
                    <a:lumMod val="75000"/>
                    <a:lumOff val="25000"/>
                  </a:schemeClr>
                </a:solidFill>
              </a:rPr>
              <a:t>) where each </a:t>
            </a:r>
            <a:r>
              <a:rPr lang="en-US" sz="1500" dirty="0" err="1">
                <a:solidFill>
                  <a:schemeClr val="tx1">
                    <a:lumMod val="75000"/>
                    <a:lumOff val="25000"/>
                  </a:schemeClr>
                </a:solidFill>
              </a:rPr>
              <a:t>token_id</a:t>
            </a:r>
            <a:r>
              <a:rPr lang="en-US" sz="1500" dirty="0">
                <a:solidFill>
                  <a:schemeClr val="tx1">
                    <a:lumMod val="75000"/>
                    <a:lumOff val="25000"/>
                  </a:schemeClr>
                </a:solidFill>
              </a:rPr>
              <a:t> will have a probability of being the “next token”.</a:t>
            </a:r>
          </a:p>
          <a:p>
            <a:pPr marL="228600" indent="-228600">
              <a:lnSpc>
                <a:spcPct val="90000"/>
              </a:lnSpc>
              <a:spcBef>
                <a:spcPts val="1000"/>
              </a:spcBef>
              <a:buFont typeface="Arial" panose="020B0604020202020204" pitchFamily="34" charset="0"/>
              <a:buChar char="•"/>
            </a:pPr>
            <a:endParaRPr lang="en-US" sz="1500" dirty="0">
              <a:solidFill>
                <a:schemeClr val="tx1">
                  <a:lumMod val="75000"/>
                  <a:lumOff val="25000"/>
                </a:schemeClr>
              </a:solidFill>
            </a:endParaRPr>
          </a:p>
          <a:p>
            <a:pPr marL="228600" indent="-228600">
              <a:lnSpc>
                <a:spcPct val="90000"/>
              </a:lnSpc>
              <a:spcBef>
                <a:spcPts val="1000"/>
              </a:spcBef>
              <a:buFont typeface="Arial" panose="020B0604020202020204" pitchFamily="34" charset="0"/>
              <a:buChar char="•"/>
            </a:pPr>
            <a:endParaRPr lang="en-US" sz="1500" dirty="0">
              <a:solidFill>
                <a:schemeClr val="tx1">
                  <a:lumMod val="75000"/>
                  <a:lumOff val="25000"/>
                </a:schemeClr>
              </a:solidFill>
            </a:endParaRPr>
          </a:p>
          <a:p>
            <a:pPr marL="228600" indent="-228600">
              <a:lnSpc>
                <a:spcPct val="90000"/>
              </a:lnSpc>
              <a:spcBef>
                <a:spcPts val="1000"/>
              </a:spcBef>
              <a:buFont typeface="Arial" panose="020B0604020202020204" pitchFamily="34" charset="0"/>
              <a:buChar char="•"/>
            </a:pPr>
            <a:endParaRPr lang="en-US" sz="1500" dirty="0">
              <a:solidFill>
                <a:schemeClr val="tx1">
                  <a:lumMod val="75000"/>
                  <a:lumOff val="25000"/>
                </a:schemeClr>
              </a:solidFill>
            </a:endParaRPr>
          </a:p>
          <a:p>
            <a:pPr marL="228600" indent="-228600">
              <a:lnSpc>
                <a:spcPct val="90000"/>
              </a:lnSpc>
              <a:spcBef>
                <a:spcPts val="1000"/>
              </a:spcBef>
              <a:buFont typeface="Arial" panose="020B0604020202020204" pitchFamily="34" charset="0"/>
              <a:buChar char="•"/>
            </a:pPr>
            <a:endParaRPr lang="en-US" sz="1500" dirty="0">
              <a:solidFill>
                <a:schemeClr val="tx1">
                  <a:lumMod val="75000"/>
                  <a:lumOff val="25000"/>
                </a:schemeClr>
              </a:solidFill>
            </a:endParaRPr>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4294967295"/>
          </p:nvPr>
        </p:nvSpPr>
        <p:spPr>
          <a:xfrm flipV="1">
            <a:off x="13095512" y="5933165"/>
            <a:ext cx="1611087" cy="45719"/>
          </a:xfrm>
        </p:spPr>
        <p:txBody>
          <a:bodyPr vert="horz" lIns="91440" tIns="45720" rIns="91440" bIns="45720" rtlCol="0" anchor="t">
            <a:normAutofit fontScale="25000" lnSpcReduction="20000"/>
          </a:bodyPr>
          <a:lstStyle/>
          <a:p>
            <a:r>
              <a:rPr lang="en-US" sz="300" noProof="1"/>
              <a:t>Simi</a:t>
            </a:r>
          </a:p>
        </p:txBody>
      </p:sp>
      <p:sp>
        <p:nvSpPr>
          <p:cNvPr id="7" name="Text Placeholder 6">
            <a:extLst>
              <a:ext uri="{FF2B5EF4-FFF2-40B4-BE49-F238E27FC236}">
                <a16:creationId xmlns:a16="http://schemas.microsoft.com/office/drawing/2014/main" id="{578017FE-712E-4E95-B483-B700F1AA4B2A}"/>
              </a:ext>
            </a:extLst>
          </p:cNvPr>
          <p:cNvSpPr>
            <a:spLocks noGrp="1"/>
          </p:cNvSpPr>
          <p:nvPr>
            <p:ph type="body" sz="quarter" idx="4294967295"/>
          </p:nvPr>
        </p:nvSpPr>
        <p:spPr>
          <a:xfrm flipH="1" flipV="1">
            <a:off x="13422086" y="3600848"/>
            <a:ext cx="552173" cy="233758"/>
          </a:xfrm>
        </p:spPr>
        <p:txBody>
          <a:bodyPr>
            <a:normAutofit fontScale="62500" lnSpcReduction="20000"/>
          </a:bodyPr>
          <a:lstStyle/>
          <a:p>
            <a:r>
              <a:rPr lang="en-US" sz="700"/>
              <a:t>COMPETITORS</a:t>
            </a:r>
          </a:p>
        </p:txBody>
      </p:sp>
      <p:sp>
        <p:nvSpPr>
          <p:cNvPr id="11" name="Content Placeholder 10">
            <a:extLst>
              <a:ext uri="{FF2B5EF4-FFF2-40B4-BE49-F238E27FC236}">
                <a16:creationId xmlns:a16="http://schemas.microsoft.com/office/drawing/2014/main" id="{D0E0ACA0-9139-4C37-920D-BF3C1FF461C1}"/>
              </a:ext>
            </a:extLst>
          </p:cNvPr>
          <p:cNvSpPr>
            <a:spLocks noGrp="1"/>
          </p:cNvSpPr>
          <p:nvPr>
            <p:ph sz="quarter" idx="4294967295"/>
          </p:nvPr>
        </p:nvSpPr>
        <p:spPr>
          <a:xfrm flipH="1" flipV="1">
            <a:off x="14434456" y="7293429"/>
            <a:ext cx="544286" cy="1284514"/>
          </a:xfrm>
        </p:spPr>
        <p:txBody>
          <a:bodyPr>
            <a:normAutofit fontScale="47500" lnSpcReduction="20000"/>
          </a:bodyPr>
          <a:lstStyle/>
          <a:p>
            <a:r>
              <a:rPr lang="en-US" sz="700" noProof="1"/>
              <a:t>Company A</a:t>
            </a:r>
            <a:br>
              <a:rPr lang="en-US" sz="700" noProof="1"/>
            </a:br>
            <a:r>
              <a:rPr lang="en-US" sz="700" noProof="1"/>
              <a:t>Product is more expensive</a:t>
            </a:r>
          </a:p>
          <a:p>
            <a:r>
              <a:rPr lang="en-US" sz="700" noProof="1"/>
              <a:t>Companies B &amp; C </a:t>
            </a:r>
            <a:br>
              <a:rPr lang="en-US" sz="700" noProof="1"/>
            </a:br>
            <a:r>
              <a:rPr lang="en-US" sz="700" noProof="1"/>
              <a:t>Product is expensive and inconvenient to use</a:t>
            </a:r>
          </a:p>
          <a:p>
            <a:r>
              <a:rPr lang="en-US" sz="700" noProof="1"/>
              <a:t>Companies D &amp; E</a:t>
            </a:r>
            <a:br>
              <a:rPr lang="en-US" sz="700" noProof="1"/>
            </a:br>
            <a:r>
              <a:rPr lang="en-US" sz="700" noProof="1"/>
              <a:t>Product is affordable, but inconvenient to use</a:t>
            </a:r>
          </a:p>
        </p:txBody>
      </p:sp>
    </p:spTree>
    <p:extLst>
      <p:ext uri="{BB962C8B-B14F-4D97-AF65-F5344CB8AC3E}">
        <p14:creationId xmlns:p14="http://schemas.microsoft.com/office/powerpoint/2010/main" val="4151694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FE76C-3573-C91E-4C77-5C3710C8446E}"/>
              </a:ext>
            </a:extLst>
          </p:cNvPr>
          <p:cNvSpPr>
            <a:spLocks noGrp="1"/>
          </p:cNvSpPr>
          <p:nvPr>
            <p:ph type="title"/>
          </p:nvPr>
        </p:nvSpPr>
        <p:spPr/>
        <p:txBody>
          <a:bodyPr/>
          <a:lstStyle/>
          <a:p>
            <a:r>
              <a:rPr lang="en-CA" dirty="0"/>
              <a:t>Result</a:t>
            </a:r>
          </a:p>
        </p:txBody>
      </p:sp>
      <p:sp>
        <p:nvSpPr>
          <p:cNvPr id="3" name="Date Placeholder 2">
            <a:extLst>
              <a:ext uri="{FF2B5EF4-FFF2-40B4-BE49-F238E27FC236}">
                <a16:creationId xmlns:a16="http://schemas.microsoft.com/office/drawing/2014/main" id="{14130199-B40C-DD13-9AF8-3FF6AE662883}"/>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3F750E86-411B-A122-E487-A78BB2AEA7C2}"/>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83EDCCF6-A28F-641C-0BCD-1EEF7A0A133C}"/>
              </a:ext>
            </a:extLst>
          </p:cNvPr>
          <p:cNvSpPr>
            <a:spLocks noGrp="1"/>
          </p:cNvSpPr>
          <p:nvPr>
            <p:ph type="sldNum" sz="quarter" idx="12"/>
          </p:nvPr>
        </p:nvSpPr>
        <p:spPr/>
        <p:txBody>
          <a:bodyPr/>
          <a:lstStyle/>
          <a:p>
            <a:fld id="{B5CEABB6-07DC-46E8-9B57-56EC44A396E5}" type="slidenum">
              <a:rPr lang="en-US" smtClean="0"/>
              <a:t>14</a:t>
            </a:fld>
            <a:endParaRPr lang="en-US" dirty="0"/>
          </a:p>
        </p:txBody>
      </p:sp>
      <p:sp>
        <p:nvSpPr>
          <p:cNvPr id="6" name="Content Placeholder 5">
            <a:extLst>
              <a:ext uri="{FF2B5EF4-FFF2-40B4-BE49-F238E27FC236}">
                <a16:creationId xmlns:a16="http://schemas.microsoft.com/office/drawing/2014/main" id="{F2ADD453-125A-2072-205F-6D0B9BA73FB1}"/>
              </a:ext>
            </a:extLst>
          </p:cNvPr>
          <p:cNvSpPr>
            <a:spLocks noGrp="1"/>
          </p:cNvSpPr>
          <p:nvPr>
            <p:ph sz="quarter" idx="16"/>
          </p:nvPr>
        </p:nvSpPr>
        <p:spPr/>
        <p:txBody>
          <a:bodyPr>
            <a:normAutofit lnSpcReduction="10000"/>
          </a:bodyPr>
          <a:lstStyle/>
          <a:p>
            <a:r>
              <a:rPr lang="en-US" dirty="0"/>
              <a:t>The result was a model that could generate text, however, it is nonsensical and does not follow proper grammar or sentence structure. I either need to improve the model or the generate function. This was also only assignment 1, there is more tuning to be done to this model and generation functions.</a:t>
            </a:r>
          </a:p>
          <a:p>
            <a:r>
              <a:rPr lang="en-US" dirty="0"/>
              <a:t>Was not as successful as my last project, but the demo and code for that are on my GitHub.</a:t>
            </a:r>
          </a:p>
          <a:p>
            <a:r>
              <a:rPr lang="en-US" dirty="0"/>
              <a:t>Now I</a:t>
            </a:r>
            <a:r>
              <a:rPr lang="en-CA" dirty="0"/>
              <a:t>’d like to go over the code, and a short demo of some of the functions, if time permits.</a:t>
            </a:r>
          </a:p>
        </p:txBody>
      </p:sp>
    </p:spTree>
    <p:extLst>
      <p:ext uri="{BB962C8B-B14F-4D97-AF65-F5344CB8AC3E}">
        <p14:creationId xmlns:p14="http://schemas.microsoft.com/office/powerpoint/2010/main" val="2194368361"/>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66C46A-DC57-4209-80CD-9FE6C93151FF}">
  <ds:schemaRefs>
    <ds:schemaRef ds:uri="http://schemas.microsoft.com/sharepoint/v3/contenttype/forms"/>
  </ds:schemaRefs>
</ds:datastoreItem>
</file>

<file path=docMetadata/LabelInfo.xml><?xml version="1.0" encoding="utf-8"?>
<clbl:labelList xmlns:clbl="http://schemas.microsoft.com/office/2020/mipLabelMetadata">
  <clbl:label id="{723a5a87-f39a-4a22-9247-3fc240c01396}" enabled="0" method="" siteId="{723a5a87-f39a-4a22-9247-3fc240c01396}" removed="1"/>
</clbl:labelList>
</file>

<file path=docProps/app.xml><?xml version="1.0" encoding="utf-8"?>
<Properties xmlns="http://schemas.openxmlformats.org/officeDocument/2006/extended-properties" xmlns:vt="http://schemas.openxmlformats.org/officeDocument/2006/docPropsVTypes">
  <Template>Minimalist light sales pitch</Template>
  <TotalTime>18405</TotalTime>
  <Words>1217</Words>
  <Application>Microsoft Office PowerPoint</Application>
  <PresentationFormat>Widescreen</PresentationFormat>
  <Paragraphs>140</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Tenorite</vt:lpstr>
      <vt:lpstr>Monoline</vt:lpstr>
      <vt:lpstr>LLM Project</vt:lpstr>
      <vt:lpstr>ABOUT Project/ Objective</vt:lpstr>
      <vt:lpstr>Overview</vt:lpstr>
      <vt:lpstr>Tokenizer</vt:lpstr>
      <vt:lpstr>Tokenizer OVERVIEW</vt:lpstr>
      <vt:lpstr>Dataset</vt:lpstr>
      <vt:lpstr>Model Architecture</vt:lpstr>
      <vt:lpstr>Big Picture</vt:lpstr>
      <vt:lpstr>Transformer Blocks</vt:lpstr>
      <vt:lpstr>training</vt:lpstr>
      <vt:lpstr>Training Log</vt:lpstr>
      <vt:lpstr>Loss curve</vt:lpstr>
      <vt:lpstr>Inference</vt:lpstr>
      <vt:lpstr>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Noemie Lamontagne</dc:creator>
  <cp:lastModifiedBy>Noemie Lamontagne</cp:lastModifiedBy>
  <cp:revision>1</cp:revision>
  <dcterms:created xsi:type="dcterms:W3CDTF">2025-08-25T20:52:46Z</dcterms:created>
  <dcterms:modified xsi:type="dcterms:W3CDTF">2025-09-12T17:26:20Z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